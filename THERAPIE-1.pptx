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5" r:id="rId1"/>
  </p:sldMasterIdLst>
  <p:notesMasterIdLst>
    <p:notesMasterId r:id="rId8"/>
  </p:notesMasterIdLst>
  <p:sldIdLst>
    <p:sldId id="256" r:id="rId2"/>
    <p:sldId id="257" r:id="rId3"/>
    <p:sldId id="260" r:id="rId4"/>
    <p:sldId id="258" r:id="rId5"/>
    <p:sldId id="271" r:id="rId6"/>
    <p:sldId id="264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4E23387-FF32-4F01-9AF6-AFD38DD87104}">
  <a:tblStyle styleId="{F4E23387-FF32-4F01-9AF6-AFD38DD871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533254a0d3_0_16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533254a0d3_0_16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533254a0d3_0_16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533254a0d3_0_16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533254a0d3_0_16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533254a0d3_0_16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a0ead843f1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a0ead843f1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103d46dc307_0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103d46dc307_0_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 flipH="1">
            <a:off x="2453600" y="2462600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1203600" y="1556400"/>
            <a:ext cx="6736800" cy="15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Overpass Black"/>
              <a:buNone/>
              <a:defRPr sz="49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verpass Black"/>
              <a:buNone/>
              <a:defRPr sz="6000">
                <a:solidFill>
                  <a:schemeClr val="lt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verpass Black"/>
              <a:buNone/>
              <a:defRPr sz="6000">
                <a:solidFill>
                  <a:schemeClr val="lt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verpass Black"/>
              <a:buNone/>
              <a:defRPr sz="6000">
                <a:solidFill>
                  <a:schemeClr val="lt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verpass Black"/>
              <a:buNone/>
              <a:defRPr sz="6000">
                <a:solidFill>
                  <a:schemeClr val="lt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verpass Black"/>
              <a:buNone/>
              <a:defRPr sz="6000">
                <a:solidFill>
                  <a:schemeClr val="lt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verpass Black"/>
              <a:buNone/>
              <a:defRPr sz="6000">
                <a:solidFill>
                  <a:schemeClr val="lt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verpass Black"/>
              <a:buNone/>
              <a:defRPr sz="6000">
                <a:solidFill>
                  <a:schemeClr val="lt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verpass Black"/>
              <a:buNone/>
              <a:defRPr sz="6000">
                <a:solidFill>
                  <a:schemeClr val="lt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866300" y="3254500"/>
            <a:ext cx="5411400" cy="49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 flipH="1">
            <a:off x="5856098" y="140375"/>
            <a:ext cx="902100" cy="902100"/>
          </a:xfrm>
          <a:prstGeom prst="ellipse">
            <a:avLst/>
          </a:prstGeom>
          <a:gradFill>
            <a:gsLst>
              <a:gs pos="0">
                <a:srgbClr val="00151F">
                  <a:alpha val="14117"/>
                </a:srgbClr>
              </a:gs>
              <a:gs pos="4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flipH="1">
            <a:off x="3520725" y="1368775"/>
            <a:ext cx="5603400" cy="56043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flipH="1">
            <a:off x="1128900" y="140375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7665600" y="1405982"/>
            <a:ext cx="349500" cy="3495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 flipH="1">
            <a:off x="-184950" y="-103775"/>
            <a:ext cx="1144500" cy="1144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 flipH="1">
            <a:off x="7803450" y="1753463"/>
            <a:ext cx="1313700" cy="13140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 flipH="1">
            <a:off x="2580600" y="993731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 flipH="1">
            <a:off x="1035825" y="2489506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 flipH="1">
            <a:off x="-74100" y="935082"/>
            <a:ext cx="349500" cy="3495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 flipH="1">
            <a:off x="8582975" y="4872494"/>
            <a:ext cx="165900" cy="1659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 flipH="1">
            <a:off x="8881200" y="4479181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 flipH="1">
            <a:off x="3069175" y="4103669"/>
            <a:ext cx="165900" cy="1659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 flipH="1">
            <a:off x="6674550" y="1071131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 flipH="1">
            <a:off x="5270575" y="-635925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 flipH="1">
            <a:off x="6390825" y="4101300"/>
            <a:ext cx="1144500" cy="1144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 flipH="1">
            <a:off x="8463263" y="1901581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 flipH="1">
            <a:off x="6461813" y="4872507"/>
            <a:ext cx="349500" cy="3495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 flipH="1">
            <a:off x="5530050" y="79650"/>
            <a:ext cx="1144500" cy="1144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1603488" y="351200"/>
            <a:ext cx="284100" cy="283800"/>
            <a:chOff x="1603488" y="351200"/>
            <a:chExt cx="284100" cy="283800"/>
          </a:xfrm>
        </p:grpSpPr>
        <p:sp>
          <p:nvSpPr>
            <p:cNvPr id="32" name="Google Shape;32;p2"/>
            <p:cNvSpPr/>
            <p:nvPr/>
          </p:nvSpPr>
          <p:spPr>
            <a:xfrm>
              <a:off x="1603488" y="351200"/>
              <a:ext cx="284100" cy="283800"/>
            </a:xfrm>
            <a:prstGeom prst="ellipse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47000">
                  <a:srgbClr val="FFFFFF">
                    <a:alpha val="0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663613" y="411175"/>
              <a:ext cx="163800" cy="163800"/>
            </a:xfrm>
            <a:prstGeom prst="mathPlus">
              <a:avLst>
                <a:gd name="adj1" fmla="val 2352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4;p2"/>
          <p:cNvGrpSpPr/>
          <p:nvPr/>
        </p:nvGrpSpPr>
        <p:grpSpPr>
          <a:xfrm>
            <a:off x="8359925" y="2543588"/>
            <a:ext cx="284100" cy="283800"/>
            <a:chOff x="8359925" y="2619788"/>
            <a:chExt cx="284100" cy="283800"/>
          </a:xfrm>
        </p:grpSpPr>
        <p:sp>
          <p:nvSpPr>
            <p:cNvPr id="35" name="Google Shape;35;p2"/>
            <p:cNvSpPr/>
            <p:nvPr/>
          </p:nvSpPr>
          <p:spPr>
            <a:xfrm>
              <a:off x="8359925" y="2619788"/>
              <a:ext cx="284100" cy="283800"/>
            </a:xfrm>
            <a:prstGeom prst="ellipse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47000">
                  <a:srgbClr val="FFFFFF">
                    <a:alpha val="0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420050" y="2679763"/>
              <a:ext cx="163800" cy="163800"/>
            </a:xfrm>
            <a:prstGeom prst="mathPlus">
              <a:avLst>
                <a:gd name="adj1" fmla="val 2352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37;p2"/>
          <p:cNvGrpSpPr/>
          <p:nvPr/>
        </p:nvGrpSpPr>
        <p:grpSpPr>
          <a:xfrm>
            <a:off x="6214200" y="-2394125"/>
            <a:ext cx="5411400" cy="5412300"/>
            <a:chOff x="6214200" y="-2394125"/>
            <a:chExt cx="5411400" cy="5412300"/>
          </a:xfrm>
        </p:grpSpPr>
        <p:sp>
          <p:nvSpPr>
            <p:cNvPr id="38" name="Google Shape;38;p2"/>
            <p:cNvSpPr/>
            <p:nvPr/>
          </p:nvSpPr>
          <p:spPr>
            <a:xfrm flipH="1">
              <a:off x="6214200" y="-2394125"/>
              <a:ext cx="5411400" cy="5412300"/>
            </a:xfrm>
            <a:prstGeom prst="ellipse">
              <a:avLst/>
            </a:prstGeom>
            <a:gradFill>
              <a:gsLst>
                <a:gs pos="0">
                  <a:srgbClr val="00151F">
                    <a:alpha val="14117"/>
                  </a:srgbClr>
                </a:gs>
                <a:gs pos="4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9" name="Google Shape;39;p2"/>
            <p:cNvPicPr preferRelativeResize="0"/>
            <p:nvPr/>
          </p:nvPicPr>
          <p:blipFill rotWithShape="1">
            <a:blip r:embed="rId3">
              <a:alphaModFix/>
            </a:blip>
            <a:srcRect l="2740" t="34104" r="40292" b="4511"/>
            <a:stretch/>
          </p:blipFill>
          <p:spPr>
            <a:xfrm>
              <a:off x="6992175" y="-28225"/>
              <a:ext cx="2151825" cy="208588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" name="Google Shape;4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68659" y="358716"/>
            <a:ext cx="516879" cy="465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2"/>
          <p:cNvGrpSpPr/>
          <p:nvPr/>
        </p:nvGrpSpPr>
        <p:grpSpPr>
          <a:xfrm>
            <a:off x="4656700" y="3810000"/>
            <a:ext cx="1199400" cy="1183800"/>
            <a:chOff x="4656700" y="3810000"/>
            <a:chExt cx="1199400" cy="1183800"/>
          </a:xfrm>
        </p:grpSpPr>
        <p:sp>
          <p:nvSpPr>
            <p:cNvPr id="42" name="Google Shape;42;p2"/>
            <p:cNvSpPr/>
            <p:nvPr/>
          </p:nvSpPr>
          <p:spPr>
            <a:xfrm flipH="1">
              <a:off x="4656700" y="3810000"/>
              <a:ext cx="1199400" cy="1183800"/>
            </a:xfrm>
            <a:prstGeom prst="ellipse">
              <a:avLst/>
            </a:prstGeom>
            <a:gradFill>
              <a:gsLst>
                <a:gs pos="0">
                  <a:srgbClr val="00151F">
                    <a:alpha val="14117"/>
                  </a:srgbClr>
                </a:gs>
                <a:gs pos="4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3" name="Google Shape;43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24900" y="4103575"/>
              <a:ext cx="663100" cy="5966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"/>
          </p:nvPr>
        </p:nvSpPr>
        <p:spPr>
          <a:xfrm>
            <a:off x="713225" y="1113750"/>
            <a:ext cx="7717500" cy="34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Overpass Black"/>
              <a:buChar char="●"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82400"/>
              </a:buClr>
              <a:buSzPts val="1000"/>
              <a:buFont typeface="Muli"/>
              <a:buChar char="○"/>
              <a:defRPr sz="1000"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82400"/>
              </a:buClr>
              <a:buSzPts val="1000"/>
              <a:buFont typeface="Muli"/>
              <a:buChar char="■"/>
              <a:defRPr sz="1000"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82400"/>
              </a:buClr>
              <a:buSzPts val="1000"/>
              <a:buFont typeface="Muli"/>
              <a:buChar char="●"/>
              <a:defRPr sz="1000"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82400"/>
              </a:buClr>
              <a:buSzPts val="1000"/>
              <a:buFont typeface="Muli"/>
              <a:buChar char="○"/>
              <a:defRPr sz="1000"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82400"/>
              </a:buClr>
              <a:buSzPts val="1000"/>
              <a:buFont typeface="Muli"/>
              <a:buChar char="■"/>
              <a:defRPr sz="1000"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82400"/>
              </a:buClr>
              <a:buSzPts val="1000"/>
              <a:buFont typeface="Muli"/>
              <a:buChar char="●"/>
              <a:defRPr sz="1000"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82400"/>
              </a:buClr>
              <a:buSzPts val="1000"/>
              <a:buFont typeface="Muli"/>
              <a:buChar char="○"/>
              <a:defRPr sz="1000"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482400"/>
              </a:buClr>
              <a:buSzPts val="1000"/>
              <a:buFont typeface="Muli"/>
              <a:buChar char="■"/>
              <a:defRPr sz="1000"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sp>
        <p:nvSpPr>
          <p:cNvPr id="89" name="Google Shape;89;p4"/>
          <p:cNvSpPr/>
          <p:nvPr/>
        </p:nvSpPr>
        <p:spPr>
          <a:xfrm flipH="1">
            <a:off x="3520725" y="1368775"/>
            <a:ext cx="5603400" cy="56043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"/>
          <p:cNvSpPr/>
          <p:nvPr/>
        </p:nvSpPr>
        <p:spPr>
          <a:xfrm flipH="1">
            <a:off x="1128900" y="140375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 flipH="1">
            <a:off x="7683775" y="4424707"/>
            <a:ext cx="349500" cy="3495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"/>
          <p:cNvSpPr/>
          <p:nvPr/>
        </p:nvSpPr>
        <p:spPr>
          <a:xfrm flipH="1">
            <a:off x="-184950" y="-103775"/>
            <a:ext cx="1144500" cy="1144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 flipH="1">
            <a:off x="7803450" y="1753463"/>
            <a:ext cx="1313700" cy="13140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 flipH="1">
            <a:off x="1035825" y="2489506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/>
          <p:nvPr/>
        </p:nvSpPr>
        <p:spPr>
          <a:xfrm flipH="1">
            <a:off x="-74100" y="935082"/>
            <a:ext cx="349500" cy="3495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"/>
          <p:cNvSpPr/>
          <p:nvPr/>
        </p:nvSpPr>
        <p:spPr>
          <a:xfrm flipH="1">
            <a:off x="8582975" y="4872494"/>
            <a:ext cx="165900" cy="1659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"/>
          <p:cNvSpPr/>
          <p:nvPr/>
        </p:nvSpPr>
        <p:spPr>
          <a:xfrm flipH="1">
            <a:off x="5270575" y="-635925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"/>
          <p:cNvSpPr/>
          <p:nvPr/>
        </p:nvSpPr>
        <p:spPr>
          <a:xfrm flipH="1">
            <a:off x="2453600" y="2462600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"/>
          <p:cNvSpPr/>
          <p:nvPr/>
        </p:nvSpPr>
        <p:spPr>
          <a:xfrm flipH="1">
            <a:off x="6390825" y="4101300"/>
            <a:ext cx="1144500" cy="1144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" name="Google Shape;100;p4"/>
          <p:cNvGrpSpPr/>
          <p:nvPr/>
        </p:nvGrpSpPr>
        <p:grpSpPr>
          <a:xfrm>
            <a:off x="8458200" y="3828075"/>
            <a:ext cx="284100" cy="283800"/>
            <a:chOff x="8458200" y="3828075"/>
            <a:chExt cx="284100" cy="283800"/>
          </a:xfrm>
        </p:grpSpPr>
        <p:sp>
          <p:nvSpPr>
            <p:cNvPr id="101" name="Google Shape;101;p4"/>
            <p:cNvSpPr/>
            <p:nvPr/>
          </p:nvSpPr>
          <p:spPr>
            <a:xfrm>
              <a:off x="8458200" y="3828075"/>
              <a:ext cx="284100" cy="283800"/>
            </a:xfrm>
            <a:prstGeom prst="ellipse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47000">
                  <a:srgbClr val="FFFFFF">
                    <a:alpha val="0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8518325" y="3888050"/>
              <a:ext cx="163800" cy="163800"/>
            </a:xfrm>
            <a:prstGeom prst="mathPlus">
              <a:avLst>
                <a:gd name="adj1" fmla="val 2352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" name="Google Shape;103;p4"/>
          <p:cNvGrpSpPr/>
          <p:nvPr/>
        </p:nvGrpSpPr>
        <p:grpSpPr>
          <a:xfrm>
            <a:off x="-107825" y="3067475"/>
            <a:ext cx="1199400" cy="1183800"/>
            <a:chOff x="4656700" y="3810000"/>
            <a:chExt cx="1199400" cy="1183800"/>
          </a:xfrm>
        </p:grpSpPr>
        <p:sp>
          <p:nvSpPr>
            <p:cNvPr id="104" name="Google Shape;104;p4"/>
            <p:cNvSpPr/>
            <p:nvPr/>
          </p:nvSpPr>
          <p:spPr>
            <a:xfrm flipH="1">
              <a:off x="4656700" y="3810000"/>
              <a:ext cx="1199400" cy="1183800"/>
            </a:xfrm>
            <a:prstGeom prst="ellipse">
              <a:avLst/>
            </a:prstGeom>
            <a:gradFill>
              <a:gsLst>
                <a:gs pos="0">
                  <a:srgbClr val="00151F">
                    <a:alpha val="14117"/>
                  </a:srgbClr>
                </a:gs>
                <a:gs pos="4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5" name="Google Shape;105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24900" y="4103575"/>
              <a:ext cx="663100" cy="5966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6" name="Google Shape;10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9009" y="306966"/>
            <a:ext cx="516879" cy="465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6"/>
          <p:cNvSpPr/>
          <p:nvPr/>
        </p:nvSpPr>
        <p:spPr>
          <a:xfrm flipH="1">
            <a:off x="1128900" y="140375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"/>
          <p:cNvSpPr/>
          <p:nvPr/>
        </p:nvSpPr>
        <p:spPr>
          <a:xfrm flipH="1">
            <a:off x="-184950" y="-103775"/>
            <a:ext cx="1144500" cy="1144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"/>
          <p:cNvSpPr/>
          <p:nvPr/>
        </p:nvSpPr>
        <p:spPr>
          <a:xfrm flipH="1">
            <a:off x="7803450" y="1753463"/>
            <a:ext cx="1313700" cy="13140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"/>
          <p:cNvSpPr/>
          <p:nvPr/>
        </p:nvSpPr>
        <p:spPr>
          <a:xfrm flipH="1">
            <a:off x="1035825" y="4470706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"/>
          <p:cNvSpPr/>
          <p:nvPr/>
        </p:nvSpPr>
        <p:spPr>
          <a:xfrm flipH="1">
            <a:off x="-74100" y="935082"/>
            <a:ext cx="349500" cy="3495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"/>
          <p:cNvSpPr/>
          <p:nvPr/>
        </p:nvSpPr>
        <p:spPr>
          <a:xfrm flipH="1">
            <a:off x="8582975" y="4872494"/>
            <a:ext cx="165900" cy="1659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"/>
          <p:cNvSpPr/>
          <p:nvPr/>
        </p:nvSpPr>
        <p:spPr>
          <a:xfrm flipH="1">
            <a:off x="5270575" y="-635925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"/>
          <p:cNvSpPr/>
          <p:nvPr/>
        </p:nvSpPr>
        <p:spPr>
          <a:xfrm flipH="1">
            <a:off x="2453600" y="2462600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"/>
          <p:cNvSpPr/>
          <p:nvPr/>
        </p:nvSpPr>
        <p:spPr>
          <a:xfrm flipH="1">
            <a:off x="6390825" y="4101300"/>
            <a:ext cx="1144500" cy="1144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"/>
          <p:cNvSpPr/>
          <p:nvPr/>
        </p:nvSpPr>
        <p:spPr>
          <a:xfrm flipH="1">
            <a:off x="5270575" y="-635925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" name="Google Shape;143;p6"/>
          <p:cNvGrpSpPr/>
          <p:nvPr/>
        </p:nvGrpSpPr>
        <p:grpSpPr>
          <a:xfrm>
            <a:off x="-184950" y="-103775"/>
            <a:ext cx="9302100" cy="7049600"/>
            <a:chOff x="-184950" y="-103775"/>
            <a:chExt cx="9302100" cy="7049600"/>
          </a:xfrm>
        </p:grpSpPr>
        <p:sp>
          <p:nvSpPr>
            <p:cNvPr id="144" name="Google Shape;144;p6"/>
            <p:cNvSpPr/>
            <p:nvPr/>
          </p:nvSpPr>
          <p:spPr>
            <a:xfrm flipH="1">
              <a:off x="2854800" y="1341525"/>
              <a:ext cx="5603400" cy="5604300"/>
            </a:xfrm>
            <a:prstGeom prst="ellipse">
              <a:avLst/>
            </a:prstGeom>
            <a:gradFill>
              <a:gsLst>
                <a:gs pos="0">
                  <a:srgbClr val="FFFFFF">
                    <a:alpha val="13725"/>
                  </a:srgbClr>
                </a:gs>
                <a:gs pos="2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6"/>
            <p:cNvSpPr/>
            <p:nvPr/>
          </p:nvSpPr>
          <p:spPr>
            <a:xfrm flipH="1">
              <a:off x="1128900" y="140375"/>
              <a:ext cx="2575200" cy="2575800"/>
            </a:xfrm>
            <a:prstGeom prst="ellipse">
              <a:avLst/>
            </a:prstGeom>
            <a:gradFill>
              <a:gsLst>
                <a:gs pos="0">
                  <a:srgbClr val="FFFFFF">
                    <a:alpha val="13725"/>
                  </a:srgbClr>
                </a:gs>
                <a:gs pos="2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6"/>
            <p:cNvSpPr/>
            <p:nvPr/>
          </p:nvSpPr>
          <p:spPr>
            <a:xfrm flipH="1">
              <a:off x="-184950" y="-103775"/>
              <a:ext cx="1144500" cy="1144800"/>
            </a:xfrm>
            <a:prstGeom prst="ellipse">
              <a:avLst/>
            </a:prstGeom>
            <a:gradFill>
              <a:gsLst>
                <a:gs pos="0">
                  <a:srgbClr val="FFFFFF">
                    <a:alpha val="13725"/>
                  </a:srgbClr>
                </a:gs>
                <a:gs pos="2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6"/>
            <p:cNvSpPr/>
            <p:nvPr/>
          </p:nvSpPr>
          <p:spPr>
            <a:xfrm flipH="1">
              <a:off x="7803450" y="1753463"/>
              <a:ext cx="1313700" cy="1314000"/>
            </a:xfrm>
            <a:prstGeom prst="ellipse">
              <a:avLst/>
            </a:prstGeom>
            <a:gradFill>
              <a:gsLst>
                <a:gs pos="0">
                  <a:srgbClr val="FFFFFF">
                    <a:alpha val="13725"/>
                  </a:srgbClr>
                </a:gs>
                <a:gs pos="2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6"/>
            <p:cNvSpPr/>
            <p:nvPr/>
          </p:nvSpPr>
          <p:spPr>
            <a:xfrm flipH="1">
              <a:off x="807225" y="3480106"/>
              <a:ext cx="77400" cy="774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62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6"/>
            <p:cNvSpPr/>
            <p:nvPr/>
          </p:nvSpPr>
          <p:spPr>
            <a:xfrm flipH="1">
              <a:off x="-74100" y="935082"/>
              <a:ext cx="349500" cy="349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62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6"/>
            <p:cNvSpPr/>
            <p:nvPr/>
          </p:nvSpPr>
          <p:spPr>
            <a:xfrm flipH="1">
              <a:off x="8582975" y="4872494"/>
              <a:ext cx="165900" cy="1659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62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6"/>
            <p:cNvSpPr/>
            <p:nvPr/>
          </p:nvSpPr>
          <p:spPr>
            <a:xfrm flipH="1">
              <a:off x="2453600" y="2462600"/>
              <a:ext cx="2575200" cy="2575800"/>
            </a:xfrm>
            <a:prstGeom prst="ellipse">
              <a:avLst/>
            </a:prstGeom>
            <a:gradFill>
              <a:gsLst>
                <a:gs pos="0">
                  <a:srgbClr val="FFFFFF">
                    <a:alpha val="13725"/>
                  </a:srgbClr>
                </a:gs>
                <a:gs pos="2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6"/>
            <p:cNvSpPr/>
            <p:nvPr/>
          </p:nvSpPr>
          <p:spPr>
            <a:xfrm flipH="1">
              <a:off x="6390825" y="4101300"/>
              <a:ext cx="1144500" cy="1144800"/>
            </a:xfrm>
            <a:prstGeom prst="ellipse">
              <a:avLst/>
            </a:prstGeom>
            <a:gradFill>
              <a:gsLst>
                <a:gs pos="0">
                  <a:srgbClr val="FFFFFF">
                    <a:alpha val="13725"/>
                  </a:srgbClr>
                </a:gs>
                <a:gs pos="2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" name="Google Shape;153;p6"/>
          <p:cNvGrpSpPr/>
          <p:nvPr/>
        </p:nvGrpSpPr>
        <p:grpSpPr>
          <a:xfrm>
            <a:off x="8258275" y="636700"/>
            <a:ext cx="284100" cy="283800"/>
            <a:chOff x="8258275" y="636700"/>
            <a:chExt cx="284100" cy="283800"/>
          </a:xfrm>
        </p:grpSpPr>
        <p:sp>
          <p:nvSpPr>
            <p:cNvPr id="154" name="Google Shape;154;p6"/>
            <p:cNvSpPr/>
            <p:nvPr/>
          </p:nvSpPr>
          <p:spPr>
            <a:xfrm>
              <a:off x="8258275" y="636700"/>
              <a:ext cx="284100" cy="283800"/>
            </a:xfrm>
            <a:prstGeom prst="ellipse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47000">
                  <a:srgbClr val="FFFFFF">
                    <a:alpha val="0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8318400" y="696675"/>
              <a:ext cx="163800" cy="163800"/>
            </a:xfrm>
            <a:prstGeom prst="mathPlus">
              <a:avLst>
                <a:gd name="adj1" fmla="val 2352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" name="Google Shape;156;p6"/>
          <p:cNvGrpSpPr/>
          <p:nvPr/>
        </p:nvGrpSpPr>
        <p:grpSpPr>
          <a:xfrm>
            <a:off x="6980400" y="-123275"/>
            <a:ext cx="1199400" cy="1183800"/>
            <a:chOff x="4656700" y="3810000"/>
            <a:chExt cx="1199400" cy="1183800"/>
          </a:xfrm>
        </p:grpSpPr>
        <p:sp>
          <p:nvSpPr>
            <p:cNvPr id="157" name="Google Shape;157;p6"/>
            <p:cNvSpPr/>
            <p:nvPr/>
          </p:nvSpPr>
          <p:spPr>
            <a:xfrm flipH="1">
              <a:off x="4656700" y="3810000"/>
              <a:ext cx="1199400" cy="1183800"/>
            </a:xfrm>
            <a:prstGeom prst="ellipse">
              <a:avLst/>
            </a:prstGeom>
            <a:gradFill>
              <a:gsLst>
                <a:gs pos="0">
                  <a:srgbClr val="00151F">
                    <a:alpha val="14117"/>
                  </a:srgbClr>
                </a:gs>
                <a:gs pos="4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8" name="Google Shape;158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24900" y="4103575"/>
              <a:ext cx="663100" cy="5966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9" name="Google Shape;15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34" y="2489491"/>
            <a:ext cx="516879" cy="465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34" y="2489491"/>
            <a:ext cx="516879" cy="465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9"/>
          <p:cNvSpPr txBox="1">
            <a:spLocks noGrp="1"/>
          </p:cNvSpPr>
          <p:nvPr>
            <p:ph type="title"/>
          </p:nvPr>
        </p:nvSpPr>
        <p:spPr>
          <a:xfrm>
            <a:off x="3510325" y="1284850"/>
            <a:ext cx="4916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8" name="Google Shape;218;p9"/>
          <p:cNvSpPr txBox="1">
            <a:spLocks noGrp="1"/>
          </p:cNvSpPr>
          <p:nvPr>
            <p:ph type="subTitle" idx="1"/>
          </p:nvPr>
        </p:nvSpPr>
        <p:spPr>
          <a:xfrm>
            <a:off x="3510175" y="2113775"/>
            <a:ext cx="4916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9"/>
          <p:cNvSpPr/>
          <p:nvPr/>
        </p:nvSpPr>
        <p:spPr>
          <a:xfrm flipH="1">
            <a:off x="5856098" y="140375"/>
            <a:ext cx="902100" cy="902100"/>
          </a:xfrm>
          <a:prstGeom prst="ellipse">
            <a:avLst/>
          </a:prstGeom>
          <a:gradFill>
            <a:gsLst>
              <a:gs pos="0">
                <a:srgbClr val="00151F">
                  <a:alpha val="14117"/>
                </a:srgbClr>
              </a:gs>
              <a:gs pos="4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9"/>
          <p:cNvSpPr/>
          <p:nvPr/>
        </p:nvSpPr>
        <p:spPr>
          <a:xfrm flipH="1">
            <a:off x="1128900" y="140375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"/>
          <p:cNvSpPr/>
          <p:nvPr/>
        </p:nvSpPr>
        <p:spPr>
          <a:xfrm flipH="1">
            <a:off x="8076925" y="477232"/>
            <a:ext cx="349500" cy="3495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"/>
          <p:cNvSpPr/>
          <p:nvPr/>
        </p:nvSpPr>
        <p:spPr>
          <a:xfrm flipH="1">
            <a:off x="-184950" y="-103775"/>
            <a:ext cx="1144500" cy="1144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"/>
          <p:cNvSpPr/>
          <p:nvPr/>
        </p:nvSpPr>
        <p:spPr>
          <a:xfrm flipH="1">
            <a:off x="7803450" y="1753463"/>
            <a:ext cx="1313700" cy="13140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9"/>
          <p:cNvSpPr/>
          <p:nvPr/>
        </p:nvSpPr>
        <p:spPr>
          <a:xfrm flipH="1">
            <a:off x="2580600" y="993731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"/>
          <p:cNvSpPr/>
          <p:nvPr/>
        </p:nvSpPr>
        <p:spPr>
          <a:xfrm flipH="1">
            <a:off x="1035825" y="2489506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"/>
          <p:cNvSpPr/>
          <p:nvPr/>
        </p:nvSpPr>
        <p:spPr>
          <a:xfrm flipH="1">
            <a:off x="-74100" y="935082"/>
            <a:ext cx="349500" cy="3495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"/>
          <p:cNvSpPr/>
          <p:nvPr/>
        </p:nvSpPr>
        <p:spPr>
          <a:xfrm flipH="1">
            <a:off x="8582975" y="4872494"/>
            <a:ext cx="165900" cy="1659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"/>
          <p:cNvSpPr/>
          <p:nvPr/>
        </p:nvSpPr>
        <p:spPr>
          <a:xfrm flipH="1">
            <a:off x="8881200" y="4479181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"/>
          <p:cNvSpPr/>
          <p:nvPr/>
        </p:nvSpPr>
        <p:spPr>
          <a:xfrm flipH="1">
            <a:off x="3069175" y="4103669"/>
            <a:ext cx="165900" cy="1659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"/>
          <p:cNvSpPr/>
          <p:nvPr/>
        </p:nvSpPr>
        <p:spPr>
          <a:xfrm flipH="1">
            <a:off x="6674550" y="1071131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"/>
          <p:cNvSpPr/>
          <p:nvPr/>
        </p:nvSpPr>
        <p:spPr>
          <a:xfrm flipH="1">
            <a:off x="2658000" y="2296700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9"/>
          <p:cNvSpPr/>
          <p:nvPr/>
        </p:nvSpPr>
        <p:spPr>
          <a:xfrm flipH="1">
            <a:off x="6390825" y="4101300"/>
            <a:ext cx="1144500" cy="1144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9"/>
          <p:cNvSpPr/>
          <p:nvPr/>
        </p:nvSpPr>
        <p:spPr>
          <a:xfrm flipH="1">
            <a:off x="8463263" y="1901581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"/>
          <p:cNvSpPr/>
          <p:nvPr/>
        </p:nvSpPr>
        <p:spPr>
          <a:xfrm flipH="1">
            <a:off x="6461813" y="4872507"/>
            <a:ext cx="349500" cy="3495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"/>
          <p:cNvSpPr/>
          <p:nvPr/>
        </p:nvSpPr>
        <p:spPr>
          <a:xfrm flipH="1">
            <a:off x="5530050" y="79650"/>
            <a:ext cx="1144500" cy="1144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"/>
          <p:cNvSpPr/>
          <p:nvPr/>
        </p:nvSpPr>
        <p:spPr>
          <a:xfrm flipH="1">
            <a:off x="5270575" y="-635925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7" name="Google Shape;237;p9"/>
          <p:cNvGrpSpPr/>
          <p:nvPr/>
        </p:nvGrpSpPr>
        <p:grpSpPr>
          <a:xfrm>
            <a:off x="1603488" y="351200"/>
            <a:ext cx="284100" cy="283800"/>
            <a:chOff x="1603488" y="351200"/>
            <a:chExt cx="284100" cy="283800"/>
          </a:xfrm>
        </p:grpSpPr>
        <p:sp>
          <p:nvSpPr>
            <p:cNvPr id="238" name="Google Shape;238;p9"/>
            <p:cNvSpPr/>
            <p:nvPr/>
          </p:nvSpPr>
          <p:spPr>
            <a:xfrm>
              <a:off x="1603488" y="351200"/>
              <a:ext cx="284100" cy="283800"/>
            </a:xfrm>
            <a:prstGeom prst="ellipse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47000">
                  <a:srgbClr val="FFFFFF">
                    <a:alpha val="0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9"/>
            <p:cNvSpPr/>
            <p:nvPr/>
          </p:nvSpPr>
          <p:spPr>
            <a:xfrm>
              <a:off x="1663613" y="411175"/>
              <a:ext cx="163800" cy="163800"/>
            </a:xfrm>
            <a:prstGeom prst="mathPlus">
              <a:avLst>
                <a:gd name="adj1" fmla="val 2352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1"/>
          <p:cNvSpPr txBox="1">
            <a:spLocks noGrp="1"/>
          </p:cNvSpPr>
          <p:nvPr>
            <p:ph type="subTitle" idx="1"/>
          </p:nvPr>
        </p:nvSpPr>
        <p:spPr>
          <a:xfrm>
            <a:off x="1900200" y="2740613"/>
            <a:ext cx="5343600" cy="4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Font typeface="Overpass"/>
              <a:buNone/>
              <a:defRPr sz="1000">
                <a:latin typeface="Overpass"/>
                <a:ea typeface="Overpass"/>
                <a:cs typeface="Overpass"/>
                <a:sym typeface="Overpas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000"/>
              <a:buFont typeface="Overpass"/>
              <a:buNone/>
              <a:defRPr sz="1000">
                <a:latin typeface="Overpass"/>
                <a:ea typeface="Overpass"/>
                <a:cs typeface="Overpass"/>
                <a:sym typeface="Overpas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000"/>
              <a:buFont typeface="Overpass"/>
              <a:buNone/>
              <a:defRPr sz="1000">
                <a:latin typeface="Overpass"/>
                <a:ea typeface="Overpass"/>
                <a:cs typeface="Overpass"/>
                <a:sym typeface="Overpas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000"/>
              <a:buFont typeface="Overpass"/>
              <a:buNone/>
              <a:defRPr sz="1000">
                <a:latin typeface="Overpass"/>
                <a:ea typeface="Overpass"/>
                <a:cs typeface="Overpass"/>
                <a:sym typeface="Overpas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000"/>
              <a:buFont typeface="Overpass"/>
              <a:buNone/>
              <a:defRPr sz="1000">
                <a:latin typeface="Overpass"/>
                <a:ea typeface="Overpass"/>
                <a:cs typeface="Overpass"/>
                <a:sym typeface="Overpas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000"/>
              <a:buFont typeface="Overpass"/>
              <a:buNone/>
              <a:defRPr sz="1000">
                <a:latin typeface="Overpass"/>
                <a:ea typeface="Overpass"/>
                <a:cs typeface="Overpass"/>
                <a:sym typeface="Overpas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000"/>
              <a:buFont typeface="Overpass"/>
              <a:buNone/>
              <a:defRPr sz="1000">
                <a:latin typeface="Overpass"/>
                <a:ea typeface="Overpass"/>
                <a:cs typeface="Overpass"/>
                <a:sym typeface="Overpas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000"/>
              <a:buFont typeface="Overpass"/>
              <a:buNone/>
              <a:defRPr sz="1000"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sp>
        <p:nvSpPr>
          <p:cNvPr id="246" name="Google Shape;246;p11"/>
          <p:cNvSpPr txBox="1">
            <a:spLocks noGrp="1"/>
          </p:cNvSpPr>
          <p:nvPr>
            <p:ph type="title" hasCustomPrompt="1"/>
          </p:nvPr>
        </p:nvSpPr>
        <p:spPr>
          <a:xfrm>
            <a:off x="2644050" y="1742525"/>
            <a:ext cx="3855900" cy="9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0"/>
              <a:buNone/>
              <a:defRPr sz="8000">
                <a:solidFill>
                  <a:schemeClr val="accent5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0"/>
              <a:buNone/>
              <a:defRPr sz="8000">
                <a:solidFill>
                  <a:schemeClr val="accent5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0"/>
              <a:buNone/>
              <a:defRPr sz="8000">
                <a:solidFill>
                  <a:schemeClr val="accent5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0"/>
              <a:buNone/>
              <a:defRPr sz="8000">
                <a:solidFill>
                  <a:schemeClr val="accent5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0"/>
              <a:buNone/>
              <a:defRPr sz="8000">
                <a:solidFill>
                  <a:schemeClr val="accent5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0"/>
              <a:buNone/>
              <a:defRPr sz="8000">
                <a:solidFill>
                  <a:schemeClr val="accent5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0"/>
              <a:buNone/>
              <a:defRPr sz="8000">
                <a:solidFill>
                  <a:schemeClr val="accent5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0"/>
              <a:buNone/>
              <a:defRPr sz="8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7" name="Google Shape;247;p11"/>
          <p:cNvSpPr/>
          <p:nvPr/>
        </p:nvSpPr>
        <p:spPr>
          <a:xfrm flipH="1">
            <a:off x="2453600" y="2462600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"/>
          <p:cNvSpPr/>
          <p:nvPr/>
        </p:nvSpPr>
        <p:spPr>
          <a:xfrm flipH="1">
            <a:off x="5530050" y="79650"/>
            <a:ext cx="1144500" cy="1144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"/>
          <p:cNvSpPr/>
          <p:nvPr/>
        </p:nvSpPr>
        <p:spPr>
          <a:xfrm flipH="1">
            <a:off x="8582975" y="4872494"/>
            <a:ext cx="165900" cy="1659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"/>
          <p:cNvSpPr/>
          <p:nvPr/>
        </p:nvSpPr>
        <p:spPr>
          <a:xfrm flipH="1">
            <a:off x="8881200" y="4479181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1"/>
          <p:cNvSpPr/>
          <p:nvPr/>
        </p:nvSpPr>
        <p:spPr>
          <a:xfrm flipH="1">
            <a:off x="6390825" y="4101300"/>
            <a:ext cx="1144500" cy="1144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1"/>
          <p:cNvSpPr/>
          <p:nvPr/>
        </p:nvSpPr>
        <p:spPr>
          <a:xfrm flipH="1">
            <a:off x="6461813" y="4872507"/>
            <a:ext cx="349500" cy="3495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1"/>
          <p:cNvSpPr/>
          <p:nvPr/>
        </p:nvSpPr>
        <p:spPr>
          <a:xfrm flipH="1">
            <a:off x="1035825" y="2489506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"/>
          <p:cNvSpPr/>
          <p:nvPr/>
        </p:nvSpPr>
        <p:spPr>
          <a:xfrm flipH="1">
            <a:off x="-74100" y="935082"/>
            <a:ext cx="349500" cy="3495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1"/>
          <p:cNvSpPr/>
          <p:nvPr/>
        </p:nvSpPr>
        <p:spPr>
          <a:xfrm flipH="1">
            <a:off x="3069175" y="4103669"/>
            <a:ext cx="165900" cy="1659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1"/>
          <p:cNvSpPr/>
          <p:nvPr/>
        </p:nvSpPr>
        <p:spPr>
          <a:xfrm flipH="1">
            <a:off x="-184950" y="-103775"/>
            <a:ext cx="1144500" cy="1144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1"/>
          <p:cNvSpPr/>
          <p:nvPr/>
        </p:nvSpPr>
        <p:spPr>
          <a:xfrm flipH="1">
            <a:off x="1128900" y="140375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"/>
          <p:cNvSpPr/>
          <p:nvPr/>
        </p:nvSpPr>
        <p:spPr>
          <a:xfrm flipH="1">
            <a:off x="5270575" y="-635925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1"/>
          <p:cNvSpPr/>
          <p:nvPr/>
        </p:nvSpPr>
        <p:spPr>
          <a:xfrm flipH="1">
            <a:off x="7665600" y="1405982"/>
            <a:ext cx="349500" cy="3495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1"/>
          <p:cNvSpPr/>
          <p:nvPr/>
        </p:nvSpPr>
        <p:spPr>
          <a:xfrm flipH="1">
            <a:off x="7803450" y="1753463"/>
            <a:ext cx="1313700" cy="13140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1"/>
          <p:cNvSpPr/>
          <p:nvPr/>
        </p:nvSpPr>
        <p:spPr>
          <a:xfrm flipH="1">
            <a:off x="6674550" y="1071131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1"/>
          <p:cNvSpPr/>
          <p:nvPr/>
        </p:nvSpPr>
        <p:spPr>
          <a:xfrm flipH="1">
            <a:off x="8463263" y="1901581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3" name="Google Shape;263;p11"/>
          <p:cNvGrpSpPr/>
          <p:nvPr/>
        </p:nvGrpSpPr>
        <p:grpSpPr>
          <a:xfrm>
            <a:off x="1603488" y="732200"/>
            <a:ext cx="284100" cy="283800"/>
            <a:chOff x="1603488" y="-182200"/>
            <a:chExt cx="284100" cy="283800"/>
          </a:xfrm>
        </p:grpSpPr>
        <p:sp>
          <p:nvSpPr>
            <p:cNvPr id="264" name="Google Shape;264;p11"/>
            <p:cNvSpPr/>
            <p:nvPr/>
          </p:nvSpPr>
          <p:spPr>
            <a:xfrm>
              <a:off x="1603488" y="-182200"/>
              <a:ext cx="284100" cy="283800"/>
            </a:xfrm>
            <a:prstGeom prst="ellipse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47000">
                  <a:srgbClr val="FFFFFF">
                    <a:alpha val="0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1663613" y="-122225"/>
              <a:ext cx="163800" cy="163800"/>
            </a:xfrm>
            <a:prstGeom prst="mathPlus">
              <a:avLst>
                <a:gd name="adj1" fmla="val 2352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" name="Google Shape;266;p11"/>
          <p:cNvGrpSpPr/>
          <p:nvPr/>
        </p:nvGrpSpPr>
        <p:grpSpPr>
          <a:xfrm>
            <a:off x="8359925" y="2619788"/>
            <a:ext cx="284100" cy="283800"/>
            <a:chOff x="8359925" y="2619788"/>
            <a:chExt cx="284100" cy="283800"/>
          </a:xfrm>
        </p:grpSpPr>
        <p:sp>
          <p:nvSpPr>
            <p:cNvPr id="267" name="Google Shape;267;p11"/>
            <p:cNvSpPr/>
            <p:nvPr/>
          </p:nvSpPr>
          <p:spPr>
            <a:xfrm>
              <a:off x="8359925" y="2619788"/>
              <a:ext cx="284100" cy="283800"/>
            </a:xfrm>
            <a:prstGeom prst="ellipse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47000">
                  <a:srgbClr val="FFFFFF">
                    <a:alpha val="0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8420050" y="2679763"/>
              <a:ext cx="163800" cy="163800"/>
            </a:xfrm>
            <a:prstGeom prst="mathPlus">
              <a:avLst>
                <a:gd name="adj1" fmla="val 2352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" name="Google Shape;269;p11"/>
          <p:cNvSpPr/>
          <p:nvPr/>
        </p:nvSpPr>
        <p:spPr>
          <a:xfrm flipH="1">
            <a:off x="5856098" y="140375"/>
            <a:ext cx="902100" cy="902100"/>
          </a:xfrm>
          <a:prstGeom prst="ellipse">
            <a:avLst/>
          </a:prstGeom>
          <a:gradFill>
            <a:gsLst>
              <a:gs pos="0">
                <a:srgbClr val="00151F">
                  <a:alpha val="14117"/>
                </a:srgbClr>
              </a:gs>
              <a:gs pos="4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0" name="Google Shape;27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68659" y="358716"/>
            <a:ext cx="516879" cy="465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1" name="Google Shape;271;p11"/>
          <p:cNvGrpSpPr/>
          <p:nvPr/>
        </p:nvGrpSpPr>
        <p:grpSpPr>
          <a:xfrm>
            <a:off x="6992175" y="3100998"/>
            <a:ext cx="1937400" cy="1937400"/>
            <a:chOff x="6992175" y="3100998"/>
            <a:chExt cx="1937400" cy="1937400"/>
          </a:xfrm>
        </p:grpSpPr>
        <p:sp>
          <p:nvSpPr>
            <p:cNvPr id="272" name="Google Shape;272;p11"/>
            <p:cNvSpPr/>
            <p:nvPr/>
          </p:nvSpPr>
          <p:spPr>
            <a:xfrm flipH="1">
              <a:off x="6992175" y="3100998"/>
              <a:ext cx="1937400" cy="1937400"/>
            </a:xfrm>
            <a:prstGeom prst="ellipse">
              <a:avLst/>
            </a:prstGeom>
            <a:gradFill>
              <a:gsLst>
                <a:gs pos="0">
                  <a:srgbClr val="00151F">
                    <a:alpha val="23921"/>
                  </a:srgbClr>
                </a:gs>
                <a:gs pos="58999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73" name="Google Shape;273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277725" y="3465750"/>
              <a:ext cx="1366300" cy="12079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4" name="Google Shape;274;p11"/>
          <p:cNvGrpSpPr/>
          <p:nvPr/>
        </p:nvGrpSpPr>
        <p:grpSpPr>
          <a:xfrm>
            <a:off x="6223287" y="-2389337"/>
            <a:ext cx="5411400" cy="5412300"/>
            <a:chOff x="6214200" y="-2394125"/>
            <a:chExt cx="5411400" cy="5412300"/>
          </a:xfrm>
        </p:grpSpPr>
        <p:sp>
          <p:nvSpPr>
            <p:cNvPr id="275" name="Google Shape;275;p11"/>
            <p:cNvSpPr/>
            <p:nvPr/>
          </p:nvSpPr>
          <p:spPr>
            <a:xfrm flipH="1">
              <a:off x="6214200" y="-2394125"/>
              <a:ext cx="5411400" cy="5412300"/>
            </a:xfrm>
            <a:prstGeom prst="ellipse">
              <a:avLst/>
            </a:prstGeom>
            <a:gradFill>
              <a:gsLst>
                <a:gs pos="0">
                  <a:srgbClr val="00151F">
                    <a:alpha val="14117"/>
                  </a:srgbClr>
                </a:gs>
                <a:gs pos="4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76" name="Google Shape;276;p11"/>
            <p:cNvPicPr preferRelativeResize="0"/>
            <p:nvPr/>
          </p:nvPicPr>
          <p:blipFill rotWithShape="1">
            <a:blip r:embed="rId3">
              <a:alphaModFix/>
            </a:blip>
            <a:srcRect l="2740" t="34104" r="40292" b="4511"/>
            <a:stretch/>
          </p:blipFill>
          <p:spPr>
            <a:xfrm>
              <a:off x="6992175" y="-963"/>
              <a:ext cx="2151825" cy="208588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7" name="Google Shape;277;p11"/>
          <p:cNvGrpSpPr/>
          <p:nvPr/>
        </p:nvGrpSpPr>
        <p:grpSpPr>
          <a:xfrm>
            <a:off x="4656700" y="3810000"/>
            <a:ext cx="1199400" cy="1183800"/>
            <a:chOff x="4656700" y="3810000"/>
            <a:chExt cx="1199400" cy="1183800"/>
          </a:xfrm>
        </p:grpSpPr>
        <p:sp>
          <p:nvSpPr>
            <p:cNvPr id="278" name="Google Shape;278;p11"/>
            <p:cNvSpPr/>
            <p:nvPr/>
          </p:nvSpPr>
          <p:spPr>
            <a:xfrm flipH="1">
              <a:off x="4656700" y="3810000"/>
              <a:ext cx="1199400" cy="1183800"/>
            </a:xfrm>
            <a:prstGeom prst="ellipse">
              <a:avLst/>
            </a:prstGeom>
            <a:gradFill>
              <a:gsLst>
                <a:gs pos="0">
                  <a:srgbClr val="00151F">
                    <a:alpha val="14117"/>
                  </a:srgbClr>
                </a:gs>
                <a:gs pos="4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79" name="Google Shape;279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924900" y="4103575"/>
              <a:ext cx="663100" cy="5966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3"/>
          <p:cNvSpPr txBox="1">
            <a:spLocks noGrp="1"/>
          </p:cNvSpPr>
          <p:nvPr>
            <p:ph type="title"/>
          </p:nvPr>
        </p:nvSpPr>
        <p:spPr>
          <a:xfrm>
            <a:off x="720000" y="17392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4" name="Google Shape;284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149600"/>
            <a:ext cx="8157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5" name="Google Shape;285;p13"/>
          <p:cNvSpPr txBox="1">
            <a:spLocks noGrp="1"/>
          </p:cNvSpPr>
          <p:nvPr>
            <p:ph type="subTitle" idx="1"/>
          </p:nvPr>
        </p:nvSpPr>
        <p:spPr>
          <a:xfrm>
            <a:off x="720000" y="217338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3"/>
          <p:cNvSpPr txBox="1">
            <a:spLocks noGrp="1"/>
          </p:cNvSpPr>
          <p:nvPr>
            <p:ph type="title" idx="3"/>
          </p:nvPr>
        </p:nvSpPr>
        <p:spPr>
          <a:xfrm>
            <a:off x="3403800" y="17427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7" name="Google Shape;287;p13"/>
          <p:cNvSpPr txBox="1">
            <a:spLocks noGrp="1"/>
          </p:cNvSpPr>
          <p:nvPr>
            <p:ph type="title" idx="4" hasCustomPrompt="1"/>
          </p:nvPr>
        </p:nvSpPr>
        <p:spPr>
          <a:xfrm>
            <a:off x="3403800" y="1149600"/>
            <a:ext cx="8157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8" name="Google Shape;288;p13"/>
          <p:cNvSpPr txBox="1">
            <a:spLocks noGrp="1"/>
          </p:cNvSpPr>
          <p:nvPr>
            <p:ph type="subTitle" idx="5"/>
          </p:nvPr>
        </p:nvSpPr>
        <p:spPr>
          <a:xfrm>
            <a:off x="3403800" y="21769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13"/>
          <p:cNvSpPr txBox="1">
            <a:spLocks noGrp="1"/>
          </p:cNvSpPr>
          <p:nvPr>
            <p:ph type="title" idx="6"/>
          </p:nvPr>
        </p:nvSpPr>
        <p:spPr>
          <a:xfrm>
            <a:off x="6087600" y="17427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0" name="Google Shape;290;p13"/>
          <p:cNvSpPr txBox="1">
            <a:spLocks noGrp="1"/>
          </p:cNvSpPr>
          <p:nvPr>
            <p:ph type="title" idx="7" hasCustomPrompt="1"/>
          </p:nvPr>
        </p:nvSpPr>
        <p:spPr>
          <a:xfrm>
            <a:off x="6087600" y="1149600"/>
            <a:ext cx="8157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>
            <a:spLocks noGrp="1"/>
          </p:cNvSpPr>
          <p:nvPr>
            <p:ph type="subTitle" idx="8"/>
          </p:nvPr>
        </p:nvSpPr>
        <p:spPr>
          <a:xfrm>
            <a:off x="6087600" y="21769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13"/>
          <p:cNvSpPr txBox="1">
            <a:spLocks noGrp="1"/>
          </p:cNvSpPr>
          <p:nvPr>
            <p:ph type="title" idx="9"/>
          </p:nvPr>
        </p:nvSpPr>
        <p:spPr>
          <a:xfrm>
            <a:off x="720000" y="36083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3" name="Google Shape;293;p13"/>
          <p:cNvSpPr txBox="1">
            <a:spLocks noGrp="1"/>
          </p:cNvSpPr>
          <p:nvPr>
            <p:ph type="title" idx="13" hasCustomPrompt="1"/>
          </p:nvPr>
        </p:nvSpPr>
        <p:spPr>
          <a:xfrm>
            <a:off x="720000" y="3015200"/>
            <a:ext cx="8157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4" name="Google Shape;294;p13"/>
          <p:cNvSpPr txBox="1">
            <a:spLocks noGrp="1"/>
          </p:cNvSpPr>
          <p:nvPr>
            <p:ph type="subTitle" idx="14"/>
          </p:nvPr>
        </p:nvSpPr>
        <p:spPr>
          <a:xfrm>
            <a:off x="720000" y="40425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13"/>
          <p:cNvSpPr txBox="1">
            <a:spLocks noGrp="1"/>
          </p:cNvSpPr>
          <p:nvPr>
            <p:ph type="title" idx="15"/>
          </p:nvPr>
        </p:nvSpPr>
        <p:spPr>
          <a:xfrm>
            <a:off x="3403800" y="36083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6" name="Google Shape;296;p13"/>
          <p:cNvSpPr txBox="1">
            <a:spLocks noGrp="1"/>
          </p:cNvSpPr>
          <p:nvPr>
            <p:ph type="title" idx="16" hasCustomPrompt="1"/>
          </p:nvPr>
        </p:nvSpPr>
        <p:spPr>
          <a:xfrm>
            <a:off x="3403800" y="3015200"/>
            <a:ext cx="8157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7" name="Google Shape;297;p13"/>
          <p:cNvSpPr txBox="1">
            <a:spLocks noGrp="1"/>
          </p:cNvSpPr>
          <p:nvPr>
            <p:ph type="subTitle" idx="17"/>
          </p:nvPr>
        </p:nvSpPr>
        <p:spPr>
          <a:xfrm>
            <a:off x="3403800" y="40425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13"/>
          <p:cNvSpPr txBox="1">
            <a:spLocks noGrp="1"/>
          </p:cNvSpPr>
          <p:nvPr>
            <p:ph type="title" idx="18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13"/>
          <p:cNvSpPr/>
          <p:nvPr/>
        </p:nvSpPr>
        <p:spPr>
          <a:xfrm flipH="1">
            <a:off x="2854800" y="1341525"/>
            <a:ext cx="5603400" cy="56043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3"/>
          <p:cNvSpPr/>
          <p:nvPr/>
        </p:nvSpPr>
        <p:spPr>
          <a:xfrm flipH="1">
            <a:off x="1128900" y="140375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3"/>
          <p:cNvSpPr/>
          <p:nvPr/>
        </p:nvSpPr>
        <p:spPr>
          <a:xfrm flipH="1">
            <a:off x="6531725" y="3206757"/>
            <a:ext cx="349500" cy="3495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3"/>
          <p:cNvSpPr/>
          <p:nvPr/>
        </p:nvSpPr>
        <p:spPr>
          <a:xfrm flipH="1">
            <a:off x="-184950" y="-103775"/>
            <a:ext cx="1144500" cy="1144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3"/>
          <p:cNvSpPr/>
          <p:nvPr/>
        </p:nvSpPr>
        <p:spPr>
          <a:xfrm flipH="1">
            <a:off x="7803450" y="1753463"/>
            <a:ext cx="1313700" cy="13140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3"/>
          <p:cNvSpPr/>
          <p:nvPr/>
        </p:nvSpPr>
        <p:spPr>
          <a:xfrm flipH="1">
            <a:off x="-74100" y="935082"/>
            <a:ext cx="349500" cy="3495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3"/>
          <p:cNvSpPr/>
          <p:nvPr/>
        </p:nvSpPr>
        <p:spPr>
          <a:xfrm flipH="1">
            <a:off x="5270575" y="-635925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3"/>
          <p:cNvSpPr/>
          <p:nvPr/>
        </p:nvSpPr>
        <p:spPr>
          <a:xfrm flipH="1">
            <a:off x="2453600" y="2462600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3"/>
          <p:cNvSpPr/>
          <p:nvPr/>
        </p:nvSpPr>
        <p:spPr>
          <a:xfrm flipH="1">
            <a:off x="6390825" y="4101300"/>
            <a:ext cx="1144500" cy="1144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3"/>
          <p:cNvSpPr/>
          <p:nvPr/>
        </p:nvSpPr>
        <p:spPr>
          <a:xfrm flipH="1">
            <a:off x="8582975" y="4872494"/>
            <a:ext cx="165900" cy="1659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3"/>
          <p:cNvSpPr/>
          <p:nvPr/>
        </p:nvSpPr>
        <p:spPr>
          <a:xfrm flipH="1">
            <a:off x="1035825" y="2489506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0" name="Google Shape;310;p13"/>
          <p:cNvGrpSpPr/>
          <p:nvPr/>
        </p:nvGrpSpPr>
        <p:grpSpPr>
          <a:xfrm>
            <a:off x="8258275" y="636700"/>
            <a:ext cx="284100" cy="283800"/>
            <a:chOff x="8258275" y="636700"/>
            <a:chExt cx="284100" cy="283800"/>
          </a:xfrm>
        </p:grpSpPr>
        <p:sp>
          <p:nvSpPr>
            <p:cNvPr id="311" name="Google Shape;311;p13"/>
            <p:cNvSpPr/>
            <p:nvPr/>
          </p:nvSpPr>
          <p:spPr>
            <a:xfrm>
              <a:off x="8258275" y="636700"/>
              <a:ext cx="284100" cy="283800"/>
            </a:xfrm>
            <a:prstGeom prst="ellipse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47000">
                  <a:srgbClr val="FFFFFF">
                    <a:alpha val="0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8318400" y="696675"/>
              <a:ext cx="163800" cy="163800"/>
            </a:xfrm>
            <a:prstGeom prst="mathPlus">
              <a:avLst>
                <a:gd name="adj1" fmla="val 2352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13" name="Google Shape;31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34" y="2489491"/>
            <a:ext cx="516879" cy="465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4" name="Google Shape;314;p13"/>
          <p:cNvGrpSpPr/>
          <p:nvPr/>
        </p:nvGrpSpPr>
        <p:grpSpPr>
          <a:xfrm>
            <a:off x="6980400" y="-123275"/>
            <a:ext cx="1199400" cy="1183800"/>
            <a:chOff x="4656700" y="3810000"/>
            <a:chExt cx="1199400" cy="1183800"/>
          </a:xfrm>
        </p:grpSpPr>
        <p:sp>
          <p:nvSpPr>
            <p:cNvPr id="315" name="Google Shape;315;p13"/>
            <p:cNvSpPr/>
            <p:nvPr/>
          </p:nvSpPr>
          <p:spPr>
            <a:xfrm flipH="1">
              <a:off x="4656700" y="3810000"/>
              <a:ext cx="1199400" cy="1183800"/>
            </a:xfrm>
            <a:prstGeom prst="ellipse">
              <a:avLst/>
            </a:prstGeom>
            <a:gradFill>
              <a:gsLst>
                <a:gs pos="0">
                  <a:srgbClr val="00151F">
                    <a:alpha val="14117"/>
                  </a:srgbClr>
                </a:gs>
                <a:gs pos="4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6" name="Google Shape;316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24900" y="4103575"/>
              <a:ext cx="663100" cy="5966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"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26"/>
          <p:cNvSpPr/>
          <p:nvPr/>
        </p:nvSpPr>
        <p:spPr>
          <a:xfrm flipH="1">
            <a:off x="2453600" y="2462600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6"/>
          <p:cNvSpPr/>
          <p:nvPr/>
        </p:nvSpPr>
        <p:spPr>
          <a:xfrm flipH="1">
            <a:off x="5856098" y="140375"/>
            <a:ext cx="902100" cy="902100"/>
          </a:xfrm>
          <a:prstGeom prst="ellipse">
            <a:avLst/>
          </a:prstGeom>
          <a:gradFill>
            <a:gsLst>
              <a:gs pos="0">
                <a:srgbClr val="00151F">
                  <a:alpha val="14117"/>
                </a:srgbClr>
              </a:gs>
              <a:gs pos="4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26"/>
          <p:cNvSpPr/>
          <p:nvPr/>
        </p:nvSpPr>
        <p:spPr>
          <a:xfrm flipH="1">
            <a:off x="3520725" y="1368775"/>
            <a:ext cx="5603400" cy="56043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6"/>
          <p:cNvSpPr/>
          <p:nvPr/>
        </p:nvSpPr>
        <p:spPr>
          <a:xfrm flipH="1">
            <a:off x="1128900" y="140375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6"/>
          <p:cNvSpPr/>
          <p:nvPr/>
        </p:nvSpPr>
        <p:spPr>
          <a:xfrm flipH="1">
            <a:off x="7665600" y="1405982"/>
            <a:ext cx="349500" cy="3495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6"/>
          <p:cNvSpPr/>
          <p:nvPr/>
        </p:nvSpPr>
        <p:spPr>
          <a:xfrm flipH="1">
            <a:off x="-184950" y="-103775"/>
            <a:ext cx="1144500" cy="1144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26"/>
          <p:cNvSpPr/>
          <p:nvPr/>
        </p:nvSpPr>
        <p:spPr>
          <a:xfrm flipH="1">
            <a:off x="7803450" y="1753463"/>
            <a:ext cx="1313700" cy="13140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26"/>
          <p:cNvSpPr/>
          <p:nvPr/>
        </p:nvSpPr>
        <p:spPr>
          <a:xfrm flipH="1">
            <a:off x="2580600" y="993731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26"/>
          <p:cNvSpPr/>
          <p:nvPr/>
        </p:nvSpPr>
        <p:spPr>
          <a:xfrm flipH="1">
            <a:off x="1035825" y="2489506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26"/>
          <p:cNvSpPr/>
          <p:nvPr/>
        </p:nvSpPr>
        <p:spPr>
          <a:xfrm flipH="1">
            <a:off x="-74100" y="935082"/>
            <a:ext cx="349500" cy="3495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6"/>
          <p:cNvSpPr/>
          <p:nvPr/>
        </p:nvSpPr>
        <p:spPr>
          <a:xfrm flipH="1">
            <a:off x="8582975" y="4872494"/>
            <a:ext cx="165900" cy="1659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26"/>
          <p:cNvSpPr/>
          <p:nvPr/>
        </p:nvSpPr>
        <p:spPr>
          <a:xfrm flipH="1">
            <a:off x="8881200" y="4479181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26"/>
          <p:cNvSpPr/>
          <p:nvPr/>
        </p:nvSpPr>
        <p:spPr>
          <a:xfrm flipH="1">
            <a:off x="3069175" y="4103669"/>
            <a:ext cx="165900" cy="1659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26"/>
          <p:cNvSpPr/>
          <p:nvPr/>
        </p:nvSpPr>
        <p:spPr>
          <a:xfrm flipH="1">
            <a:off x="6674550" y="1071131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6"/>
          <p:cNvSpPr/>
          <p:nvPr/>
        </p:nvSpPr>
        <p:spPr>
          <a:xfrm flipH="1">
            <a:off x="5270575" y="-635925"/>
            <a:ext cx="2575200" cy="2575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6"/>
          <p:cNvSpPr/>
          <p:nvPr/>
        </p:nvSpPr>
        <p:spPr>
          <a:xfrm flipH="1">
            <a:off x="6390825" y="4101300"/>
            <a:ext cx="1144500" cy="1144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6"/>
          <p:cNvSpPr/>
          <p:nvPr/>
        </p:nvSpPr>
        <p:spPr>
          <a:xfrm flipH="1">
            <a:off x="8463263" y="1901581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26"/>
          <p:cNvSpPr/>
          <p:nvPr/>
        </p:nvSpPr>
        <p:spPr>
          <a:xfrm flipH="1">
            <a:off x="6461813" y="4872507"/>
            <a:ext cx="349500" cy="3495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6"/>
          <p:cNvSpPr/>
          <p:nvPr/>
        </p:nvSpPr>
        <p:spPr>
          <a:xfrm flipH="1">
            <a:off x="5530050" y="79650"/>
            <a:ext cx="1144500" cy="1144800"/>
          </a:xfrm>
          <a:prstGeom prst="ellipse">
            <a:avLst/>
          </a:prstGeom>
          <a:gradFill>
            <a:gsLst>
              <a:gs pos="0">
                <a:srgbClr val="FFFFFF">
                  <a:alpha val="13725"/>
                </a:srgbClr>
              </a:gs>
              <a:gs pos="2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o Hyeon"/>
              <a:buNone/>
              <a:defRPr sz="2800">
                <a:solidFill>
                  <a:schemeClr val="lt1"/>
                </a:solidFill>
                <a:latin typeface="Do Hyeon"/>
                <a:ea typeface="Do Hyeon"/>
                <a:cs typeface="Do Hyeon"/>
                <a:sym typeface="Do Hye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 Hyeon"/>
              <a:buNone/>
              <a:defRPr sz="2800" b="1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 Hyeon"/>
              <a:buNone/>
              <a:defRPr sz="2800" b="1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 Hyeon"/>
              <a:buNone/>
              <a:defRPr sz="2800" b="1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 Hyeon"/>
              <a:buNone/>
              <a:defRPr sz="2800" b="1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 Hyeon"/>
              <a:buNone/>
              <a:defRPr sz="2800" b="1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 Hyeon"/>
              <a:buNone/>
              <a:defRPr sz="2800" b="1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 Hyeon"/>
              <a:buNone/>
              <a:defRPr sz="2800" b="1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 Hyeon"/>
              <a:buNone/>
              <a:defRPr sz="2800" b="1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24750"/>
            <a:ext cx="7717500" cy="3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5" r:id="rId4"/>
    <p:sldLayoutId id="2147483657" r:id="rId5"/>
    <p:sldLayoutId id="2147483658" r:id="rId6"/>
    <p:sldLayoutId id="2147483659" r:id="rId7"/>
    <p:sldLayoutId id="214748367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30"/>
          <p:cNvGrpSpPr/>
          <p:nvPr/>
        </p:nvGrpSpPr>
        <p:grpSpPr>
          <a:xfrm>
            <a:off x="-1624087" y="214343"/>
            <a:ext cx="6537599" cy="6502814"/>
            <a:chOff x="-1656600" y="279760"/>
            <a:chExt cx="6537599" cy="6502814"/>
          </a:xfrm>
        </p:grpSpPr>
        <p:sp>
          <p:nvSpPr>
            <p:cNvPr id="666" name="Google Shape;666;p30"/>
            <p:cNvSpPr/>
            <p:nvPr/>
          </p:nvSpPr>
          <p:spPr>
            <a:xfrm flipH="1">
              <a:off x="-1656600" y="1901575"/>
              <a:ext cx="4881000" cy="4881000"/>
            </a:xfrm>
            <a:prstGeom prst="ellipse">
              <a:avLst/>
            </a:prstGeom>
            <a:gradFill>
              <a:gsLst>
                <a:gs pos="0">
                  <a:srgbClr val="00151F">
                    <a:alpha val="23921"/>
                  </a:srgbClr>
                </a:gs>
                <a:gs pos="58999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67" name="Google Shape;667;p30"/>
            <p:cNvPicPr preferRelativeResize="0"/>
            <p:nvPr/>
          </p:nvPicPr>
          <p:blipFill rotWithShape="1">
            <a:blip r:embed="rId3">
              <a:alphaModFix/>
            </a:blip>
            <a:srcRect l="48686" b="43168"/>
            <a:stretch/>
          </p:blipFill>
          <p:spPr>
            <a:xfrm>
              <a:off x="0" y="279760"/>
              <a:ext cx="4880999" cy="48637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71" name="Google Shape;671;p30"/>
          <p:cNvGrpSpPr/>
          <p:nvPr/>
        </p:nvGrpSpPr>
        <p:grpSpPr>
          <a:xfrm>
            <a:off x="6992175" y="3100998"/>
            <a:ext cx="1937400" cy="1937400"/>
            <a:chOff x="6992175" y="3100998"/>
            <a:chExt cx="1937400" cy="1937400"/>
          </a:xfrm>
        </p:grpSpPr>
        <p:sp>
          <p:nvSpPr>
            <p:cNvPr id="672" name="Google Shape;672;p30"/>
            <p:cNvSpPr/>
            <p:nvPr/>
          </p:nvSpPr>
          <p:spPr>
            <a:xfrm flipH="1">
              <a:off x="6992175" y="3100998"/>
              <a:ext cx="1937400" cy="1937400"/>
            </a:xfrm>
            <a:prstGeom prst="ellipse">
              <a:avLst/>
            </a:prstGeom>
            <a:gradFill>
              <a:gsLst>
                <a:gs pos="0">
                  <a:srgbClr val="00151F">
                    <a:alpha val="23921"/>
                  </a:srgbClr>
                </a:gs>
                <a:gs pos="58999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73" name="Google Shape;673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277725" y="3465750"/>
              <a:ext cx="1366300" cy="12079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4" name="Google Shape;674;p30"/>
          <p:cNvSpPr txBox="1">
            <a:spLocks noGrp="1"/>
          </p:cNvSpPr>
          <p:nvPr>
            <p:ph type="title"/>
          </p:nvPr>
        </p:nvSpPr>
        <p:spPr>
          <a:xfrm>
            <a:off x="757790" y="1868927"/>
            <a:ext cx="7264063" cy="14278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1"/>
                </a:solidFill>
              </a:rPr>
              <a:t>Thérapies Anti-PD-1</a:t>
            </a:r>
            <a:r>
              <a:rPr lang="fr-FR">
                <a:solidFill>
                  <a:schemeClr val="accent1"/>
                </a:solidFill>
              </a:rPr>
              <a:t>/PDL-1 </a:t>
            </a:r>
            <a:r>
              <a:rPr lang="fr-FR" dirty="0">
                <a:solidFill>
                  <a:schemeClr val="bg1"/>
                </a:solidFill>
              </a:rPr>
              <a:t>en Algérie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EF8BCF-D18D-19B1-591E-C9A0A8B6D0D8}"/>
              </a:ext>
            </a:extLst>
          </p:cNvPr>
          <p:cNvSpPr/>
          <p:nvPr/>
        </p:nvSpPr>
        <p:spPr>
          <a:xfrm>
            <a:off x="1918833" y="262326"/>
            <a:ext cx="4880999" cy="7386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b="1" dirty="0">
                <a:solidFill>
                  <a:schemeClr val="bg1"/>
                </a:solidFill>
                <a:sym typeface="Canva Sans Bold"/>
              </a:rPr>
              <a:t>République </a:t>
            </a:r>
            <a:r>
              <a:rPr lang="en-US" b="1" dirty="0" err="1">
                <a:solidFill>
                  <a:schemeClr val="bg1"/>
                </a:solidFill>
                <a:sym typeface="Canva Sans Bold"/>
              </a:rPr>
              <a:t>Algérienne</a:t>
            </a:r>
            <a:r>
              <a:rPr lang="en-US" b="1" dirty="0">
                <a:solidFill>
                  <a:schemeClr val="bg1"/>
                </a:solidFill>
                <a:sym typeface="Canva Sans Bold"/>
              </a:rPr>
              <a:t> Démocratique et Populaire</a:t>
            </a:r>
          </a:p>
          <a:p>
            <a:pPr algn="ctr">
              <a:spcBef>
                <a:spcPct val="0"/>
              </a:spcBef>
            </a:pPr>
            <a:r>
              <a:rPr lang="en-US" b="1" dirty="0">
                <a:solidFill>
                  <a:schemeClr val="bg1"/>
                </a:solidFill>
                <a:sym typeface="Canva Sans Bold"/>
              </a:rPr>
              <a:t>Faculté des Science de la Nature de la vie</a:t>
            </a:r>
          </a:p>
          <a:p>
            <a:pPr algn="ctr">
              <a:spcBef>
                <a:spcPct val="0"/>
              </a:spcBef>
            </a:pPr>
            <a:r>
              <a:rPr lang="en-US" b="1" dirty="0">
                <a:solidFill>
                  <a:schemeClr val="bg1"/>
                </a:solidFill>
                <a:sym typeface="Canva Sans Bold"/>
              </a:rPr>
              <a:t>Département de </a:t>
            </a:r>
            <a:r>
              <a:rPr lang="en-US" b="1" dirty="0" err="1">
                <a:solidFill>
                  <a:schemeClr val="bg1"/>
                </a:solidFill>
                <a:sym typeface="Canva Sans Bold"/>
              </a:rPr>
              <a:t>Génétique</a:t>
            </a:r>
            <a:r>
              <a:rPr lang="en-US" b="1" dirty="0">
                <a:solidFill>
                  <a:schemeClr val="bg1"/>
                </a:solidFill>
                <a:sym typeface="Canva Sans Bold"/>
              </a:rPr>
              <a:t> </a:t>
            </a:r>
            <a:r>
              <a:rPr lang="en-US" b="1" dirty="0" err="1">
                <a:solidFill>
                  <a:schemeClr val="bg1"/>
                </a:solidFill>
                <a:sym typeface="Canva Sans Bold"/>
              </a:rPr>
              <a:t>Moléculaire</a:t>
            </a:r>
            <a:r>
              <a:rPr lang="en-US" b="1" dirty="0">
                <a:solidFill>
                  <a:schemeClr val="bg1"/>
                </a:solidFill>
                <a:sym typeface="Canva Sans Bold"/>
              </a:rPr>
              <a:t> et Appliqué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18B6D39-AE05-7CA3-EBC0-7FE2BC24CF2B}"/>
              </a:ext>
            </a:extLst>
          </p:cNvPr>
          <p:cNvSpPr/>
          <p:nvPr/>
        </p:nvSpPr>
        <p:spPr>
          <a:xfrm>
            <a:off x="696812" y="161599"/>
            <a:ext cx="1029678" cy="928657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C3CE43D5-7135-B51D-57AE-12B596C8F017}"/>
              </a:ext>
            </a:extLst>
          </p:cNvPr>
          <p:cNvSpPr/>
          <p:nvPr/>
        </p:nvSpPr>
        <p:spPr>
          <a:xfrm>
            <a:off x="6992175" y="105102"/>
            <a:ext cx="1029678" cy="928657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7840DF-555F-F1F2-B7A4-4AFB1E3D5487}"/>
              </a:ext>
            </a:extLst>
          </p:cNvPr>
          <p:cNvSpPr/>
          <p:nvPr/>
        </p:nvSpPr>
        <p:spPr>
          <a:xfrm>
            <a:off x="214425" y="3719491"/>
            <a:ext cx="362150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1800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Présenté par : Khadraoui kawther</a:t>
            </a:r>
          </a:p>
          <a:p>
            <a:pPr algn="ctr"/>
            <a:r>
              <a:rPr lang="fr-FR" sz="1800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                  </a:t>
            </a:r>
            <a:r>
              <a:rPr lang="fr-FR" sz="1800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Khassani</a:t>
            </a:r>
            <a:r>
              <a:rPr lang="fr-FR" sz="1800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</a:t>
            </a:r>
            <a:r>
              <a:rPr lang="fr-FR" sz="1800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bouchra</a:t>
            </a:r>
            <a:endParaRPr lang="fr-FR" sz="1800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1"/>
          <p:cNvSpPr txBox="1">
            <a:spLocks noGrp="1"/>
          </p:cNvSpPr>
          <p:nvPr>
            <p:ph type="title"/>
          </p:nvPr>
        </p:nvSpPr>
        <p:spPr>
          <a:xfrm>
            <a:off x="1041076" y="234698"/>
            <a:ext cx="2675901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/>
                </a:solidFill>
              </a:rPr>
              <a:t>Introduction :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82" name="Google Shape;682;p31"/>
          <p:cNvSpPr txBox="1">
            <a:spLocks noGrp="1"/>
          </p:cNvSpPr>
          <p:nvPr>
            <p:ph type="subTitle" idx="1"/>
          </p:nvPr>
        </p:nvSpPr>
        <p:spPr>
          <a:xfrm>
            <a:off x="772907" y="831273"/>
            <a:ext cx="7210626" cy="31788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fr-FR" sz="1800" b="1" dirty="0"/>
              <a:t>Le système PD-1/PD-L1 joue un rôle essentiel dans la régulation de la réponse immunitaire. Il freine les cellules T en favorisant l’échappement du cellules cancéreuses. Par exemple dans le lymphome de Hodgkin classique (</a:t>
            </a:r>
            <a:r>
              <a:rPr lang="fr-FR" sz="1800" b="1" dirty="0" err="1"/>
              <a:t>cHL</a:t>
            </a:r>
            <a:r>
              <a:rPr lang="fr-FR" sz="1800" b="1" dirty="0"/>
              <a:t>), l’expression élevée de PD-L1 sur les cellules tumorales, souvent induite par l’infection au virus Epstein-Barr (EBV), permet à la tumeur d’échapper à la surveillance du système immunitaire.</a:t>
            </a:r>
          </a:p>
          <a:p>
            <a:pPr marL="0" lvl="0" indent="0">
              <a:buNone/>
            </a:pPr>
            <a:br>
              <a:rPr lang="fr-FR" sz="1800" b="1" dirty="0"/>
            </a:br>
            <a:endParaRPr sz="1800" b="1" dirty="0"/>
          </a:p>
        </p:txBody>
      </p:sp>
      <p:grpSp>
        <p:nvGrpSpPr>
          <p:cNvPr id="683" name="Google Shape;683;p31"/>
          <p:cNvGrpSpPr/>
          <p:nvPr/>
        </p:nvGrpSpPr>
        <p:grpSpPr>
          <a:xfrm>
            <a:off x="7697983" y="-340523"/>
            <a:ext cx="1937400" cy="1937400"/>
            <a:chOff x="6992175" y="3100998"/>
            <a:chExt cx="1937400" cy="1937400"/>
          </a:xfrm>
        </p:grpSpPr>
        <p:sp>
          <p:nvSpPr>
            <p:cNvPr id="684" name="Google Shape;684;p31"/>
            <p:cNvSpPr/>
            <p:nvPr/>
          </p:nvSpPr>
          <p:spPr>
            <a:xfrm flipH="1">
              <a:off x="6992175" y="3100998"/>
              <a:ext cx="1937400" cy="1937400"/>
            </a:xfrm>
            <a:prstGeom prst="ellipse">
              <a:avLst/>
            </a:prstGeom>
            <a:gradFill>
              <a:gsLst>
                <a:gs pos="0">
                  <a:srgbClr val="00151F">
                    <a:alpha val="23921"/>
                  </a:srgbClr>
                </a:gs>
                <a:gs pos="58999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85" name="Google Shape;68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77725" y="3465750"/>
              <a:ext cx="1366300" cy="12079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4"/>
          <p:cNvSpPr txBox="1">
            <a:spLocks noGrp="1"/>
          </p:cNvSpPr>
          <p:nvPr>
            <p:ph type="title"/>
          </p:nvPr>
        </p:nvSpPr>
        <p:spPr>
          <a:xfrm rot="10800000" flipV="1">
            <a:off x="1828800" y="278977"/>
            <a:ext cx="6358199" cy="32003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000" b="1" dirty="0"/>
              <a:t>Thérapie anti PD1-PDL1:</a:t>
            </a:r>
            <a:endParaRPr sz="4000" b="1" dirty="0"/>
          </a:p>
        </p:txBody>
      </p:sp>
      <p:grpSp>
        <p:nvGrpSpPr>
          <p:cNvPr id="744" name="Google Shape;744;p34"/>
          <p:cNvGrpSpPr/>
          <p:nvPr/>
        </p:nvGrpSpPr>
        <p:grpSpPr>
          <a:xfrm>
            <a:off x="-1238151" y="1840937"/>
            <a:ext cx="4462926" cy="4525731"/>
            <a:chOff x="-1656600" y="279760"/>
            <a:chExt cx="6537599" cy="6502814"/>
          </a:xfrm>
        </p:grpSpPr>
        <p:sp>
          <p:nvSpPr>
            <p:cNvPr id="745" name="Google Shape;745;p34"/>
            <p:cNvSpPr/>
            <p:nvPr/>
          </p:nvSpPr>
          <p:spPr>
            <a:xfrm flipH="1">
              <a:off x="-1656600" y="1901575"/>
              <a:ext cx="4881000" cy="4881000"/>
            </a:xfrm>
            <a:prstGeom prst="ellipse">
              <a:avLst/>
            </a:prstGeom>
            <a:gradFill>
              <a:gsLst>
                <a:gs pos="0">
                  <a:srgbClr val="00151F">
                    <a:alpha val="23921"/>
                  </a:srgbClr>
                </a:gs>
                <a:gs pos="58999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46" name="Google Shape;746;p34"/>
            <p:cNvPicPr preferRelativeResize="0"/>
            <p:nvPr/>
          </p:nvPicPr>
          <p:blipFill rotWithShape="1">
            <a:blip r:embed="rId3">
              <a:alphaModFix/>
            </a:blip>
            <a:srcRect l="48686" b="43168"/>
            <a:stretch/>
          </p:blipFill>
          <p:spPr>
            <a:xfrm>
              <a:off x="0" y="279760"/>
              <a:ext cx="4880999" cy="48637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7" name="Google Shape;747;p34"/>
          <p:cNvGrpSpPr/>
          <p:nvPr/>
        </p:nvGrpSpPr>
        <p:grpSpPr>
          <a:xfrm>
            <a:off x="7282975" y="3519023"/>
            <a:ext cx="1937400" cy="1937400"/>
            <a:chOff x="6992175" y="3100998"/>
            <a:chExt cx="1937400" cy="1937400"/>
          </a:xfrm>
        </p:grpSpPr>
        <p:sp>
          <p:nvSpPr>
            <p:cNvPr id="748" name="Google Shape;748;p34"/>
            <p:cNvSpPr/>
            <p:nvPr/>
          </p:nvSpPr>
          <p:spPr>
            <a:xfrm flipH="1">
              <a:off x="6992175" y="3100998"/>
              <a:ext cx="1937400" cy="1937400"/>
            </a:xfrm>
            <a:prstGeom prst="ellipse">
              <a:avLst/>
            </a:prstGeom>
            <a:gradFill>
              <a:gsLst>
                <a:gs pos="0">
                  <a:srgbClr val="00151F">
                    <a:alpha val="23921"/>
                  </a:srgbClr>
                </a:gs>
                <a:gs pos="58999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49" name="Google Shape;74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277725" y="3465750"/>
              <a:ext cx="1366300" cy="12079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0" name="Google Shape;750;p34"/>
          <p:cNvSpPr txBox="1">
            <a:spLocks noGrp="1"/>
          </p:cNvSpPr>
          <p:nvPr>
            <p:ph type="subTitle" idx="1"/>
          </p:nvPr>
        </p:nvSpPr>
        <p:spPr>
          <a:xfrm>
            <a:off x="62864" y="681040"/>
            <a:ext cx="9018271" cy="150156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b="1" dirty="0"/>
              <a:t>Les thérapies dites anti-PD-1/PD-L1 sont des anticorps monoclonaux qui bloquent cette interaction, réactivant ainsi les lymphocytes T cytotoxiques capables de détruire les cellules cancéreuses.</a:t>
            </a:r>
          </a:p>
          <a:p>
            <a:pPr marL="0" lvl="0" indent="0" algn="l">
              <a:spcAft>
                <a:spcPts val="1600"/>
              </a:spcAft>
            </a:pPr>
            <a:r>
              <a:rPr lang="fr-FR" b="1" dirty="0"/>
              <a:t>Ils font partie des immunothérapies modernes utilisées pour traiter différents cancers.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3440E5E6-A75B-F299-4361-183EA69B5284}"/>
              </a:ext>
            </a:extLst>
          </p:cNvPr>
          <p:cNvSpPr/>
          <p:nvPr/>
        </p:nvSpPr>
        <p:spPr>
          <a:xfrm>
            <a:off x="1502582" y="2495463"/>
            <a:ext cx="5572657" cy="2492173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9E52251-06C6-F09A-F07C-09344786DD07}"/>
              </a:ext>
            </a:extLst>
          </p:cNvPr>
          <p:cNvSpPr txBox="1"/>
          <p:nvPr/>
        </p:nvSpPr>
        <p:spPr>
          <a:xfrm>
            <a:off x="154380" y="2033798"/>
            <a:ext cx="52251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2400" b="1" i="0" u="sng" strike="noStrike" kern="0" cap="none" spc="0" normalizeH="0" baseline="0" noProof="0" dirty="0">
                <a:ln>
                  <a:noFill/>
                </a:ln>
                <a:solidFill>
                  <a:srgbClr val="EEFF41"/>
                </a:solidFill>
                <a:effectLst/>
                <a:uLnTx/>
                <a:uFillTx/>
                <a:latin typeface="Do Hyeon"/>
                <a:sym typeface="Do Hyeon"/>
              </a:rPr>
              <a:t>Mécanisme d’action:</a:t>
            </a:r>
            <a:endParaRPr lang="fr-FR" sz="2400" u="sng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2"/>
          <p:cNvSpPr txBox="1">
            <a:spLocks noGrp="1"/>
          </p:cNvSpPr>
          <p:nvPr>
            <p:ph type="title" idx="18"/>
          </p:nvPr>
        </p:nvSpPr>
        <p:spPr>
          <a:xfrm>
            <a:off x="185525" y="193564"/>
            <a:ext cx="7717500" cy="9956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dirty="0">
                <a:solidFill>
                  <a:schemeClr val="accent1"/>
                </a:solidFill>
              </a:rPr>
              <a:t>Disponibilité en Algérie &amp; recommandations pratiques: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703" name="Google Shape;703;p32"/>
          <p:cNvSpPr txBox="1">
            <a:spLocks noGrp="1"/>
          </p:cNvSpPr>
          <p:nvPr>
            <p:ph type="subTitle" idx="1"/>
          </p:nvPr>
        </p:nvSpPr>
        <p:spPr>
          <a:xfrm>
            <a:off x="181361" y="1145096"/>
            <a:ext cx="8469658" cy="9956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fr-FR" sz="1800" b="1" dirty="0"/>
              <a:t>En Algérie, certaines de ces thérapies sont désormais disponibles via la Pharmacie Centrale des Hôpitaux, offrant de nouvelles perspectives thérapeutiques aux patients.</a:t>
            </a:r>
            <a:endParaRPr sz="18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3D82D7-E749-E4D7-D4FD-6A9321E6E620}"/>
              </a:ext>
            </a:extLst>
          </p:cNvPr>
          <p:cNvSpPr/>
          <p:nvPr/>
        </p:nvSpPr>
        <p:spPr>
          <a:xfrm rot="10800000" flipV="1">
            <a:off x="242438" y="2125616"/>
            <a:ext cx="4230665" cy="23083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r>
              <a:rPr lang="fr-FR" sz="1800" b="1" dirty="0"/>
              <a:t>Anti–PD‑1 (cliniquement pertinents pour </a:t>
            </a:r>
            <a:r>
              <a:rPr lang="fr-FR" sz="1800" b="1" dirty="0" err="1"/>
              <a:t>cHL</a:t>
            </a:r>
            <a:r>
              <a:rPr lang="fr-FR" sz="1800" b="1" dirty="0"/>
              <a:t>)</a:t>
            </a:r>
            <a:r>
              <a:rPr lang="fr-FR" sz="1800" dirty="0"/>
              <a:t> : </a:t>
            </a:r>
            <a:r>
              <a:rPr lang="fr-FR" sz="1800" i="1" dirty="0"/>
              <a:t>Pembrolizumab</a:t>
            </a:r>
            <a:r>
              <a:rPr lang="fr-FR" sz="1800" dirty="0"/>
              <a:t> et </a:t>
            </a:r>
            <a:r>
              <a:rPr lang="fr-FR" sz="1800" i="1" dirty="0" err="1"/>
              <a:t>Nivolumab</a:t>
            </a:r>
            <a:r>
              <a:rPr lang="fr-FR" sz="1800" dirty="0"/>
              <a:t> — démontrent des réponses chez </a:t>
            </a:r>
            <a:r>
              <a:rPr lang="fr-FR" sz="1800" dirty="0" err="1"/>
              <a:t>cHL</a:t>
            </a:r>
            <a:r>
              <a:rPr lang="fr-FR" sz="1800" dirty="0"/>
              <a:t> réfractaire ou en rechute après chimiothérapie, y compris en population pédiatrique/adolescente.</a:t>
            </a:r>
          </a:p>
          <a:p>
            <a:r>
              <a:rPr lang="fr-FR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Indication: Cancer des poumons / vessie /reins / Hodgkin…</a:t>
            </a:r>
            <a:endParaRPr lang="fr-FR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B0A76AD-AAFA-5035-AD5E-15E611B4D2E6}"/>
              </a:ext>
            </a:extLst>
          </p:cNvPr>
          <p:cNvSpPr/>
          <p:nvPr/>
        </p:nvSpPr>
        <p:spPr>
          <a:xfrm>
            <a:off x="4670896" y="2264115"/>
            <a:ext cx="4230666" cy="175432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r>
              <a:rPr lang="fr-FR" sz="1800" b="1" dirty="0"/>
              <a:t>Anti–PD‑L1</a:t>
            </a:r>
            <a:r>
              <a:rPr lang="fr-FR" sz="1800" dirty="0"/>
              <a:t> (ex. </a:t>
            </a:r>
            <a:r>
              <a:rPr lang="fr-FR" sz="1800" dirty="0" err="1"/>
              <a:t>atezolizumab</a:t>
            </a:r>
            <a:r>
              <a:rPr lang="fr-FR" sz="1800" dirty="0"/>
              <a:t>, </a:t>
            </a:r>
            <a:r>
              <a:rPr lang="fr-FR" sz="1800" dirty="0" err="1"/>
              <a:t>durvalumab</a:t>
            </a:r>
            <a:r>
              <a:rPr lang="fr-FR" sz="1800" dirty="0"/>
              <a:t>, </a:t>
            </a:r>
            <a:r>
              <a:rPr lang="fr-FR" sz="1800" dirty="0" err="1"/>
              <a:t>avelumab</a:t>
            </a:r>
            <a:r>
              <a:rPr lang="fr-FR" sz="1800" dirty="0"/>
              <a:t>) : mécanisme similaire mais moins documentés dans le </a:t>
            </a:r>
            <a:r>
              <a:rPr lang="fr-FR" sz="1800" dirty="0" err="1"/>
              <a:t>cHL</a:t>
            </a:r>
            <a:r>
              <a:rPr lang="fr-FR" sz="1800" dirty="0"/>
              <a:t> pédiatrique.</a:t>
            </a:r>
          </a:p>
          <a:p>
            <a:r>
              <a:rPr lang="fr-FR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Indication</a:t>
            </a:r>
            <a:r>
              <a:rPr lang="fr-FR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Cancer des poumons / vessie /seine / fois …</a:t>
            </a:r>
            <a:endParaRPr lang="fr-FR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9" name="Google Shape;999;p45"/>
          <p:cNvGrpSpPr/>
          <p:nvPr/>
        </p:nvGrpSpPr>
        <p:grpSpPr>
          <a:xfrm>
            <a:off x="6980400" y="-123275"/>
            <a:ext cx="1199400" cy="1183800"/>
            <a:chOff x="4656700" y="3810000"/>
            <a:chExt cx="1199400" cy="1183800"/>
          </a:xfrm>
        </p:grpSpPr>
        <p:sp>
          <p:nvSpPr>
            <p:cNvPr id="1000" name="Google Shape;1000;p45"/>
            <p:cNvSpPr/>
            <p:nvPr/>
          </p:nvSpPr>
          <p:spPr>
            <a:xfrm flipH="1">
              <a:off x="4656700" y="3810000"/>
              <a:ext cx="1199400" cy="1183800"/>
            </a:xfrm>
            <a:prstGeom prst="ellipse">
              <a:avLst/>
            </a:prstGeom>
            <a:gradFill>
              <a:gsLst>
                <a:gs pos="0">
                  <a:srgbClr val="00151F">
                    <a:alpha val="14117"/>
                  </a:srgbClr>
                </a:gs>
                <a:gs pos="4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01" name="Google Shape;1001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24900" y="4103575"/>
              <a:ext cx="663100" cy="5966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E07A6974-59BD-4FAD-F651-216B0C1A0741}"/>
              </a:ext>
            </a:extLst>
          </p:cNvPr>
          <p:cNvSpPr txBox="1"/>
          <p:nvPr/>
        </p:nvSpPr>
        <p:spPr>
          <a:xfrm>
            <a:off x="258809" y="212903"/>
            <a:ext cx="552447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b="1" dirty="0">
                <a:solidFill>
                  <a:schemeClr val="accent1"/>
                </a:solidFill>
              </a:rPr>
              <a:t>Principe des trois thérapies :</a:t>
            </a:r>
            <a:endParaRPr lang="fr-FR" sz="3000" b="1" dirty="0"/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A839B4D9-7458-FCF6-6018-A4E6B8AAB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52084"/>
              </p:ext>
            </p:extLst>
          </p:nvPr>
        </p:nvGraphicFramePr>
        <p:xfrm>
          <a:off x="258809" y="1060477"/>
          <a:ext cx="8588309" cy="3217886"/>
        </p:xfrm>
        <a:graphic>
          <a:graphicData uri="http://schemas.openxmlformats.org/drawingml/2006/table">
            <a:tbl>
              <a:tblPr firstRow="1" bandRow="1">
                <a:tableStyleId>{F4E23387-FF32-4F01-9AF6-AFD38DD87104}</a:tableStyleId>
              </a:tblPr>
              <a:tblGrid>
                <a:gridCol w="1890625">
                  <a:extLst>
                    <a:ext uri="{9D8B030D-6E8A-4147-A177-3AD203B41FA5}">
                      <a16:colId xmlns:a16="http://schemas.microsoft.com/office/drawing/2014/main" val="2686911788"/>
                    </a:ext>
                  </a:extLst>
                </a:gridCol>
                <a:gridCol w="1544698">
                  <a:extLst>
                    <a:ext uri="{9D8B030D-6E8A-4147-A177-3AD203B41FA5}">
                      <a16:colId xmlns:a16="http://schemas.microsoft.com/office/drawing/2014/main" val="1768389100"/>
                    </a:ext>
                  </a:extLst>
                </a:gridCol>
                <a:gridCol w="1717662">
                  <a:extLst>
                    <a:ext uri="{9D8B030D-6E8A-4147-A177-3AD203B41FA5}">
                      <a16:colId xmlns:a16="http://schemas.microsoft.com/office/drawing/2014/main" val="3085722082"/>
                    </a:ext>
                  </a:extLst>
                </a:gridCol>
                <a:gridCol w="1927157">
                  <a:extLst>
                    <a:ext uri="{9D8B030D-6E8A-4147-A177-3AD203B41FA5}">
                      <a16:colId xmlns:a16="http://schemas.microsoft.com/office/drawing/2014/main" val="1804179059"/>
                    </a:ext>
                  </a:extLst>
                </a:gridCol>
                <a:gridCol w="1508167">
                  <a:extLst>
                    <a:ext uri="{9D8B030D-6E8A-4147-A177-3AD203B41FA5}">
                      <a16:colId xmlns:a16="http://schemas.microsoft.com/office/drawing/2014/main" val="976381234"/>
                    </a:ext>
                  </a:extLst>
                </a:gridCol>
              </a:tblGrid>
              <a:tr h="493690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fr-FR" b="1" dirty="0" err="1"/>
                        <a:t>Therapie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fr-FR" b="1" dirty="0"/>
                        <a:t>Cible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fr-FR" b="1" dirty="0"/>
                        <a:t>Mécanisme principal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fr-FR" b="1" dirty="0"/>
                        <a:t>Disponibilité en Algérie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fr-FR" b="1" dirty="0"/>
                        <a:t>Accès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365838"/>
                  </a:ext>
                </a:extLst>
              </a:tr>
              <a:tr h="69697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 dirty="0"/>
                        <a:t>Pembrolizumab (</a:t>
                      </a:r>
                      <a:r>
                        <a:rPr lang="fr-FR" b="1" dirty="0" err="1"/>
                        <a:t>Keytruda</a:t>
                      </a:r>
                      <a:r>
                        <a:rPr lang="fr-FR" b="1" dirty="0"/>
                        <a:t>)</a:t>
                      </a:r>
                      <a:endParaRPr lang="fr-F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 dirty="0"/>
                        <a:t>PD-1 (lymphocyte 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b="1" dirty="0"/>
                        <a:t>Blocage PD-1 → réactivation 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b="1" dirty="0"/>
                        <a:t>Oui, production locale (</a:t>
                      </a:r>
                      <a:r>
                        <a:rPr lang="fr-FR" b="1" dirty="0" err="1"/>
                        <a:t>Saïdal</a:t>
                      </a:r>
                      <a:r>
                        <a:rPr lang="fr-FR" b="1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b="1" dirty="0"/>
                        <a:t>Pharmacie Centrale des Hôpitaux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249791"/>
                  </a:ext>
                </a:extLst>
              </a:tr>
              <a:tr h="7279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 dirty="0" err="1"/>
                        <a:t>Nivolumab</a:t>
                      </a:r>
                      <a:r>
                        <a:rPr lang="fr-FR" b="1" dirty="0"/>
                        <a:t> (</a:t>
                      </a:r>
                      <a:r>
                        <a:rPr lang="fr-FR" b="1" dirty="0" err="1"/>
                        <a:t>Opdivo</a:t>
                      </a:r>
                      <a:r>
                        <a:rPr lang="fr-FR" b="1" dirty="0"/>
                        <a:t>)</a:t>
                      </a:r>
                      <a:endParaRPr lang="fr-F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b="1" dirty="0"/>
                        <a:t>PD-1 (lymphocyte T)</a:t>
                      </a:r>
                    </a:p>
                    <a:p>
                      <a:pPr rtl="0"/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b="1" dirty="0"/>
                        <a:t>Blocage PD-1 → réactivation T</a:t>
                      </a:r>
                    </a:p>
                    <a:p>
                      <a:pPr rtl="0"/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b="1" dirty="0"/>
                        <a:t>Oui (importé BMS)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b="1" dirty="0"/>
                        <a:t>CHU / PCH / import nominatif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658113"/>
                  </a:ext>
                </a:extLst>
              </a:tr>
              <a:tr h="1236686">
                <a:tc>
                  <a:txBody>
                    <a:bodyPr/>
                    <a:lstStyle/>
                    <a:p>
                      <a:pPr rtl="0"/>
                      <a:r>
                        <a:rPr lang="fr-FR" b="1" dirty="0"/>
                        <a:t>Anti-PD-L1 </a:t>
                      </a:r>
                      <a:r>
                        <a:rPr lang="fr-FR" b="1" dirty="0" err="1"/>
                        <a:t>Atezolizumab</a:t>
                      </a:r>
                      <a:endParaRPr lang="fr-FR" b="1" dirty="0"/>
                    </a:p>
                    <a:p>
                      <a:pPr rtl="0"/>
                      <a:r>
                        <a:rPr lang="fr-FR" b="1" dirty="0"/>
                        <a:t>( </a:t>
                      </a:r>
                      <a:r>
                        <a:rPr lang="fr-FR" b="1" dirty="0" err="1"/>
                        <a:t>tecentiq</a:t>
                      </a:r>
                      <a:r>
                        <a:rPr lang="fr-FR" b="1" dirty="0"/>
                        <a:t> 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b="1" dirty="0"/>
                        <a:t>PDL-1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b="1" dirty="0"/>
                        <a:t> (Cellule tumorale)</a:t>
                      </a:r>
                    </a:p>
                    <a:p>
                      <a:pPr rtl="0"/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b="1" dirty="0"/>
                        <a:t>Blocage PD-L1 → empêche frein immunitaire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b="1" dirty="0"/>
                        <a:t>Peu claire / partielle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 dirty="0"/>
                        <a:t>Importation nominative / essais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55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8"/>
          <p:cNvSpPr/>
          <p:nvPr/>
        </p:nvSpPr>
        <p:spPr>
          <a:xfrm flipH="1">
            <a:off x="2580600" y="993731"/>
            <a:ext cx="77400" cy="77400"/>
          </a:xfrm>
          <a:prstGeom prst="ellipse">
            <a:avLst/>
          </a:prstGeom>
          <a:gradFill>
            <a:gsLst>
              <a:gs pos="0">
                <a:srgbClr val="FFFFFF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38"/>
          <p:cNvSpPr txBox="1">
            <a:spLocks noGrp="1"/>
          </p:cNvSpPr>
          <p:nvPr>
            <p:ph type="subTitle" idx="1"/>
          </p:nvPr>
        </p:nvSpPr>
        <p:spPr>
          <a:xfrm>
            <a:off x="378959" y="1349555"/>
            <a:ext cx="8145548" cy="22352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/>
            <a:r>
              <a:rPr lang="fr-FR" b="1" dirty="0"/>
              <a:t>Les thérapies ciblant le système PD-1/PD-L1 constituent une avancée majeure dans la prise en charge du lymphome de Hodgkin.</a:t>
            </a:r>
            <a:br>
              <a:rPr lang="fr-FR" b="1" dirty="0"/>
            </a:br>
            <a:r>
              <a:rPr lang="fr-FR" b="1" dirty="0"/>
              <a:t>Elles permettent de restaurer l’immunité antitumorale et d’améliorer la survie des patients.</a:t>
            </a:r>
            <a:br>
              <a:rPr lang="fr-FR" b="1" dirty="0"/>
            </a:br>
            <a:r>
              <a:rPr lang="fr-FR" b="1" dirty="0"/>
              <a:t>Leur introduction progressive en Algérie marque une étape importante vers une médecine personnalisée et un meilleur accès à l’immunothérapie.</a:t>
            </a:r>
            <a:endParaRPr b="1" dirty="0"/>
          </a:p>
        </p:txBody>
      </p:sp>
      <p:sp>
        <p:nvSpPr>
          <p:cNvPr id="816" name="Google Shape;816;p38"/>
          <p:cNvSpPr txBox="1">
            <a:spLocks noGrp="1"/>
          </p:cNvSpPr>
          <p:nvPr>
            <p:ph type="title"/>
          </p:nvPr>
        </p:nvSpPr>
        <p:spPr>
          <a:xfrm>
            <a:off x="2443953" y="343130"/>
            <a:ext cx="2380792" cy="5828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Conclusion:</a:t>
            </a:r>
            <a:endParaRPr sz="3000" b="1" dirty="0"/>
          </a:p>
        </p:txBody>
      </p:sp>
      <p:grpSp>
        <p:nvGrpSpPr>
          <p:cNvPr id="817" name="Google Shape;817;p38"/>
          <p:cNvGrpSpPr/>
          <p:nvPr/>
        </p:nvGrpSpPr>
        <p:grpSpPr>
          <a:xfrm>
            <a:off x="619493" y="-194875"/>
            <a:ext cx="1937400" cy="1937400"/>
            <a:chOff x="2276095" y="-158954"/>
            <a:chExt cx="1937400" cy="1937400"/>
          </a:xfrm>
        </p:grpSpPr>
        <p:sp>
          <p:nvSpPr>
            <p:cNvPr id="818" name="Google Shape;818;p38"/>
            <p:cNvSpPr/>
            <p:nvPr/>
          </p:nvSpPr>
          <p:spPr>
            <a:xfrm flipH="1">
              <a:off x="2276095" y="-158954"/>
              <a:ext cx="1937400" cy="1937400"/>
            </a:xfrm>
            <a:prstGeom prst="ellipse">
              <a:avLst/>
            </a:prstGeom>
            <a:gradFill>
              <a:gsLst>
                <a:gs pos="0">
                  <a:srgbClr val="00151F">
                    <a:alpha val="23921"/>
                  </a:srgbClr>
                </a:gs>
                <a:gs pos="58999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19" name="Google Shape;819;p38"/>
            <p:cNvPicPr preferRelativeResize="0"/>
            <p:nvPr/>
          </p:nvPicPr>
          <p:blipFill rotWithShape="1">
            <a:blip r:embed="rId3">
              <a:alphaModFix/>
            </a:blip>
            <a:srcRect r="3855"/>
            <a:stretch/>
          </p:blipFill>
          <p:spPr>
            <a:xfrm>
              <a:off x="2531525" y="177575"/>
              <a:ext cx="1313600" cy="12079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micron COVID-19 Variant Clinical Case by Slidesgo">
  <a:themeElements>
    <a:clrScheme name="Simple Light">
      <a:dk1>
        <a:srgbClr val="352753"/>
      </a:dk1>
      <a:lt1>
        <a:srgbClr val="FFFFFF"/>
      </a:lt1>
      <a:dk2>
        <a:srgbClr val="6A3BCE"/>
      </a:dk2>
      <a:lt2>
        <a:srgbClr val="6E6EE3"/>
      </a:lt2>
      <a:accent1>
        <a:srgbClr val="EEFF4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419</Words>
  <Application>Microsoft Office PowerPoint</Application>
  <PresentationFormat>Affichage à l'écran (16:9)</PresentationFormat>
  <Paragraphs>44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4" baseType="lpstr">
      <vt:lpstr>Anaheim</vt:lpstr>
      <vt:lpstr>Arial</vt:lpstr>
      <vt:lpstr>Canva Sans Bold</vt:lpstr>
      <vt:lpstr>Do Hyeon</vt:lpstr>
      <vt:lpstr>Muli</vt:lpstr>
      <vt:lpstr>Overpass</vt:lpstr>
      <vt:lpstr>Overpass Black</vt:lpstr>
      <vt:lpstr>Omicron COVID-19 Variant Clinical Case by Slidesgo</vt:lpstr>
      <vt:lpstr>Thérapies Anti-PD-1/PDL-1 en Algérie</vt:lpstr>
      <vt:lpstr>Introduction :</vt:lpstr>
      <vt:lpstr>Thérapie anti PD1-PDL1:</vt:lpstr>
      <vt:lpstr>Disponibilité en Algérie &amp; recommandations pratiques:</vt:lpstr>
      <vt:lpstr>Présentation PowerPoint</vt:lpstr>
      <vt:lpstr>Conclusion: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8</cp:revision>
  <dcterms:modified xsi:type="dcterms:W3CDTF">2025-10-26T09:51:19Z</dcterms:modified>
</cp:coreProperties>
</file>